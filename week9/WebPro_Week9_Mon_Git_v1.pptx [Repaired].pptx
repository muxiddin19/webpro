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4FE713F8-5ED1-273F-DDFE-FDC836496C1A}">
          <p14:sldIdLst>
            <p14:sldId id="256"/>
            <p14:sldId id="257"/>
            <p14:sldId id="258"/>
          </p14:sldIdLst>
        </p14:section>
        <p14:section name="Git Workflow" id="{385C368B-0DAE-0513-3E68-020D9CF4FC2D}">
          <p14:sldIdLst>
            <p14:sldId id="259"/>
          </p14:sldIdLst>
        </p14:section>
        <p14:section name="Key Commands" id="{AA754E64-733E-CECE-FC04-C19E4919F2A0}">
          <p14:sldIdLst>
            <p14:sldId id="260"/>
            <p14:sldId id="261"/>
          </p14:sldIdLst>
        </p14:section>
        <p14:section name="Branching" id="{ECC379E6-FF32-2A91-F495-3D2A07572B12}">
          <p14:sldIdLst>
            <p14:sldId id="262"/>
            <p14:sldId id="263"/>
          </p14:sldIdLst>
        </p14:section>
        <p14:section name="Working with Remote" id="{4862849C-34A4-4D76-A94F-7CF65B7EBED2}">
          <p14:sldIdLst>
            <p14:sldId id="264"/>
            <p14:sldId id="265"/>
          </p14:sldIdLst>
        </p14:section>
        <p14:section name="Demo &amp; Summary" id="{4ACC9ED2-BC38-51D9-565D-DCD2657AD4DA}">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22" autoAdjust="0"/>
    <p:restoredTop sz="94610"/>
  </p:normalViewPr>
  <p:slideViewPr>
    <p:cSldViewPr snapToGrid="0" snapToObjects="1">
      <p:cViewPr varScale="1">
        <p:scale>
          <a:sx n="210" d="100"/>
          <a:sy n="210" d="100"/>
        </p:scale>
        <p:origin x="28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496245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Week 9, Monday! Today we cover Git and Version Control — one of the most critical professional skills you will learn in this course. By the end of today you will be able to track your project history, collaborate with your team without overwriting each other's work, and publish changes confidently. Ask: "Who has accidentally deleted code they needed?" — Git prevents that.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pain point: "Who has done file_v1, file_v2, file_FINAL, file_FINAL2?" That's informal version control — and it breaks under pressure. Git automates that, keeps a full history, and lets multiple people work simultaneously. The three pillars (track, rollback, collaborate) are the whole point of learning this.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confusion is universal among beginners. Analogy: Git is like Microsoft Word's Track Changes (local tool), GitHub is like Google Drive (cloud storage and sharing). You need Git installed on your computer. GitHub is a website. Other platforms: GitLab, Bitbucket — same concept, different cloud host. We use GitHub in this course.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is the most important concept slide in the deck. Refer back to it every time you introduce a new command. The three-stage model is unique to Git — other version control systems don't have a staging area. The staging area lets you commit ONLY some of your changes (e.g., you fixed two bugs but only want to commit one). Spend 5 minutes here.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here! Open a terminal and type every command as you teach. Students follow along. Key points: (1) git init creates a hidden .git folder — that's the database. (2) git status is your best friend — run it constantly. (3) git add is selective — you choose WHICH changes to include. (4) The commit message is like a caption for that snapshot — make it descriptive!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log is your history book. Show students: each commit has a unique hash (the long hex number). You can reference any commit by its first 7 characters. git diff shows EXACTLY what changed — green + lines are additions, red - lines are deletions. This is how code review tools work. Commit messages matter: "fix bug" is useless; "Fix null crash when book title is missing" is useful.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Branching is where Git becomes truly powerful. You create an isolated copy of the entire codebase, work on it freely, and merge it back when done. This is how professional teams work: main = stable production code, feature branches = active development.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diagram on the whiteboard too. The key insight: branches are just pointers to commits — they're extremely cheap to create (milliseconds). Professional workflow: NEVER commit directly to main. Always: git checkout -b feature/your-feature → do work → git merge (or pull request). Team project tip: each team member should have their own feature branch.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 flag on the first push sets the upstream, so future pushes are just "git push" with no arguments. git pull = git fetch + git merge in one step. For team projects, always pull before you push to avoid merge conflicts. git clone is how students will get the starter code for labs. Show students where to find the repo URL on GitHub (the green Code button).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open-source contribution workflow AND the team project workflow. For team projects: everyone forks the team repo (or everyone has push access and uses feature branches). Pull Requests are how you review each other's code before merging. Walk through this with the Book Search App repo as the example.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hands-on moment. Have every student follow along in their own terminal. Pause after each command and ask "what does git status show now?" Walk around the room. Common issues: forgot to cd into the right directory, git not installed (check beforehand), wrong branch name. Expected duration: 15-20 minutes.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screenshot this cheat sheet. Recap the workflow: init → add → commit → push. The homework forces them to create their first real GitHub repo. Friday's lecture (GitHub Pages) builds directly on this — they will deploy the same repo. Make sure everyone has a GitHub account before leaving today.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2540"/>
          </a:solidFill>
          <a:ln/>
        </p:spPr>
      </p:sp>
      <p:sp>
        <p:nvSpPr>
          <p:cNvPr id="3" name="Shape 1"/>
          <p:cNvSpPr/>
          <p:nvPr/>
        </p:nvSpPr>
        <p:spPr>
          <a:xfrm>
            <a:off x="0" y="0"/>
            <a:ext cx="9144000" cy="109728"/>
          </a:xfrm>
          <a:prstGeom prst="rect">
            <a:avLst/>
          </a:prstGeom>
          <a:solidFill>
            <a:srgbClr val="F7DF1E"/>
          </a:solidFill>
          <a:ln/>
        </p:spPr>
      </p:sp>
      <p:sp>
        <p:nvSpPr>
          <p:cNvPr id="4" name="Shape 2"/>
          <p:cNvSpPr/>
          <p:nvPr/>
        </p:nvSpPr>
        <p:spPr>
          <a:xfrm>
            <a:off x="457200" y="320040"/>
            <a:ext cx="1371600" cy="438912"/>
          </a:xfrm>
          <a:prstGeom prst="rect">
            <a:avLst/>
          </a:prstGeom>
          <a:solidFill>
            <a:srgbClr val="F7DF1E"/>
          </a:solidFill>
          <a:ln/>
        </p:spPr>
      </p:sp>
      <p:sp>
        <p:nvSpPr>
          <p:cNvPr id="5" name="Text 3"/>
          <p:cNvSpPr txBox="1"/>
          <p:nvPr/>
        </p:nvSpPr>
        <p:spPr>
          <a:xfrm>
            <a:off x="457200" y="320040"/>
            <a:ext cx="1371600" cy="438912"/>
          </a:xfrm>
          <a:prstGeom prst="rect">
            <a:avLst/>
          </a:prstGeom>
          <a:noFill/>
          <a:ln/>
        </p:spPr>
        <p:txBody>
          <a:bodyPr wrap="square" lIns="0" tIns="0" rIns="0" bIns="0" rtlCol="0" anchor="ctr"/>
          <a:lstStyle/>
          <a:p>
            <a:pPr marL="0" indent="0" algn="ctr">
              <a:buNone/>
            </a:pPr>
            <a:r>
              <a:rPr lang="en-US" sz="900" b="1" dirty="0">
                <a:solidFill>
                  <a:srgbClr val="1A2540"/>
                </a:solidFill>
              </a:rPr>
              <a:t>GIT MODULE</a:t>
            </a:r>
            <a:endParaRPr lang="en-US" sz="900" dirty="0"/>
          </a:p>
        </p:txBody>
      </p:sp>
      <p:sp>
        <p:nvSpPr>
          <p:cNvPr id="6" name="Shape 4"/>
          <p:cNvSpPr/>
          <p:nvPr/>
        </p:nvSpPr>
        <p:spPr>
          <a:xfrm>
            <a:off x="7178040" y="320040"/>
            <a:ext cx="1508760" cy="438912"/>
          </a:xfrm>
          <a:prstGeom prst="rect">
            <a:avLst/>
          </a:prstGeom>
          <a:solidFill>
            <a:srgbClr val="1A2540"/>
          </a:solidFill>
          <a:ln w="19050">
            <a:solidFill>
              <a:srgbClr val="F7DF1E"/>
            </a:solidFill>
            <a:prstDash val="solid"/>
          </a:ln>
        </p:spPr>
      </p:sp>
      <p:sp>
        <p:nvSpPr>
          <p:cNvPr id="7" name="Text 5"/>
          <p:cNvSpPr txBox="1"/>
          <p:nvPr/>
        </p:nvSpPr>
        <p:spPr>
          <a:xfrm>
            <a:off x="7178040" y="320040"/>
            <a:ext cx="1508760" cy="438912"/>
          </a:xfrm>
          <a:prstGeom prst="rect">
            <a:avLst/>
          </a:prstGeom>
          <a:noFill/>
          <a:ln/>
        </p:spPr>
        <p:txBody>
          <a:bodyPr wrap="square" lIns="0" tIns="0" rIns="0" bIns="0" rtlCol="0" anchor="ctr"/>
          <a:lstStyle/>
          <a:p>
            <a:pPr marL="0" indent="0" algn="ctr">
              <a:buNone/>
            </a:pPr>
            <a:r>
              <a:rPr lang="en-US" sz="900" b="1" dirty="0">
                <a:solidFill>
                  <a:srgbClr val="F7DF1E"/>
                </a:solidFill>
              </a:rPr>
              <a:t>Week 9 · Mon</a:t>
            </a:r>
            <a:endParaRPr lang="en-US" sz="900" dirty="0"/>
          </a:p>
        </p:txBody>
      </p:sp>
      <p:sp>
        <p:nvSpPr>
          <p:cNvPr id="8" name="Text 6"/>
          <p:cNvSpPr txBox="1"/>
          <p:nvPr/>
        </p:nvSpPr>
        <p:spPr>
          <a:xfrm>
            <a:off x="548640" y="1005840"/>
            <a:ext cx="5943600" cy="1645920"/>
          </a:xfrm>
          <a:prstGeom prst="rect">
            <a:avLst/>
          </a:prstGeom>
          <a:noFill/>
          <a:ln/>
        </p:spPr>
        <p:txBody>
          <a:bodyPr wrap="square" lIns="0" tIns="0" rIns="0" bIns="0" rtlCol="0" anchor="ctr"/>
          <a:lstStyle/>
          <a:p>
            <a:pPr marL="0" indent="0" algn="l">
              <a:buNone/>
            </a:pPr>
            <a:r>
              <a:rPr lang="en-US" sz="4800" b="1" dirty="0">
                <a:solidFill>
                  <a:srgbClr val="FFFFFF"/>
                </a:solidFill>
                <a:latin typeface="Calibri" pitchFamily="34" charset="0"/>
                <a:ea typeface="Calibri" pitchFamily="34" charset="-122"/>
                <a:cs typeface="Calibri" pitchFamily="34" charset="-120"/>
              </a:rPr>
              <a:t>Git &amp;</a:t>
            </a:r>
            <a:endParaRPr lang="en-US" sz="4800" dirty="0"/>
          </a:p>
          <a:p>
            <a:pPr marL="0" indent="0" algn="l">
              <a:buNone/>
            </a:pPr>
            <a:r>
              <a:rPr lang="en-US" sz="4800" b="1" dirty="0">
                <a:solidFill>
                  <a:srgbClr val="FFFFFF"/>
                </a:solidFill>
                <a:latin typeface="Calibri" pitchFamily="34" charset="0"/>
                <a:ea typeface="Calibri" pitchFamily="34" charset="-122"/>
                <a:cs typeface="Calibri" pitchFamily="34" charset="-120"/>
              </a:rPr>
              <a:t>Version Control</a:t>
            </a:r>
            <a:endParaRPr lang="en-US" sz="4800" dirty="0"/>
          </a:p>
        </p:txBody>
      </p:sp>
      <p:sp>
        <p:nvSpPr>
          <p:cNvPr id="9" name="Shape 7"/>
          <p:cNvSpPr/>
          <p:nvPr/>
        </p:nvSpPr>
        <p:spPr>
          <a:xfrm>
            <a:off x="548640" y="2788920"/>
            <a:ext cx="3657600" cy="64008"/>
          </a:xfrm>
          <a:prstGeom prst="rect">
            <a:avLst/>
          </a:prstGeom>
          <a:solidFill>
            <a:srgbClr val="F7DF1E"/>
          </a:solidFill>
          <a:ln/>
        </p:spPr>
      </p:sp>
      <p:sp>
        <p:nvSpPr>
          <p:cNvPr id="10" name="Text 8"/>
          <p:cNvSpPr txBox="1"/>
          <p:nvPr/>
        </p:nvSpPr>
        <p:spPr>
          <a:xfrm>
            <a:off x="548640" y="2944368"/>
            <a:ext cx="7772400" cy="548640"/>
          </a:xfrm>
          <a:prstGeom prst="rect">
            <a:avLst/>
          </a:prstGeom>
          <a:noFill/>
          <a:ln/>
        </p:spPr>
        <p:txBody>
          <a:bodyPr wrap="square" lIns="0" tIns="0" rIns="0" bIns="0" rtlCol="0" anchor="ctr"/>
          <a:lstStyle/>
          <a:p>
            <a:pPr marL="0" indent="0" algn="l">
              <a:buNone/>
            </a:pPr>
            <a:r>
              <a:rPr lang="en-US" sz="1600" dirty="0">
                <a:solidFill>
                  <a:srgbClr val="8892B0"/>
                </a:solidFill>
                <a:latin typeface="Calibri" pitchFamily="34" charset="0"/>
                <a:ea typeface="Calibri" pitchFamily="34" charset="-122"/>
                <a:cs typeface="Calibri" pitchFamily="34" charset="-120"/>
              </a:rPr>
              <a:t>Track changes. Collaborate fearlessly. Never lose work.</a:t>
            </a:r>
            <a:endParaRPr lang="en-US" sz="1600" dirty="0"/>
          </a:p>
        </p:txBody>
      </p:sp>
      <p:sp>
        <p:nvSpPr>
          <p:cNvPr id="11" name="Shape 9"/>
          <p:cNvSpPr/>
          <p:nvPr/>
        </p:nvSpPr>
        <p:spPr>
          <a:xfrm>
            <a:off x="6858000" y="1097280"/>
            <a:ext cx="1920240" cy="1920240"/>
          </a:xfrm>
          <a:prstGeom prst="ellipse">
            <a:avLst/>
          </a:prstGeom>
          <a:solidFill>
            <a:srgbClr val="F05032"/>
          </a:solidFill>
          <a:ln/>
        </p:spPr>
      </p:sp>
      <p:sp>
        <p:nvSpPr>
          <p:cNvPr id="12" name="Text 10"/>
          <p:cNvSpPr txBox="1"/>
          <p:nvPr/>
        </p:nvSpPr>
        <p:spPr>
          <a:xfrm>
            <a:off x="6858000" y="1097280"/>
            <a:ext cx="1920240" cy="1920240"/>
          </a:xfrm>
          <a:prstGeom prst="rect">
            <a:avLst/>
          </a:prstGeom>
          <a:noFill/>
          <a:ln/>
        </p:spPr>
        <p:txBody>
          <a:bodyPr wrap="square" lIns="0" tIns="0" rIns="0" bIns="0" rtlCol="0" anchor="ctr"/>
          <a:lstStyle/>
          <a:p>
            <a:pPr marL="0" indent="0" algn="ctr">
              <a:buNone/>
            </a:pPr>
            <a:r>
              <a:rPr lang="en-US" sz="3800" b="1" dirty="0">
                <a:solidFill>
                  <a:srgbClr val="FFFFFF"/>
                </a:solidFill>
                <a:latin typeface="Calibri" pitchFamily="34" charset="0"/>
                <a:ea typeface="Calibri" pitchFamily="34" charset="-122"/>
                <a:cs typeface="Calibri" pitchFamily="34" charset="-120"/>
              </a:rPr>
              <a:t>git</a:t>
            </a:r>
            <a:endParaRPr lang="en-US" sz="3800" dirty="0"/>
          </a:p>
        </p:txBody>
      </p:sp>
      <p:sp>
        <p:nvSpPr>
          <p:cNvPr id="13" name="Text 11"/>
          <p:cNvSpPr txBox="1"/>
          <p:nvPr/>
        </p:nvSpPr>
        <p:spPr>
          <a:xfrm>
            <a:off x="548640" y="4709160"/>
            <a:ext cx="8046720" cy="301752"/>
          </a:xfrm>
          <a:prstGeom prst="rect">
            <a:avLst/>
          </a:prstGeom>
          <a:noFill/>
          <a:ln/>
        </p:spPr>
        <p:txBody>
          <a:bodyPr wrap="square" lIns="0" tIns="0" rIns="0" bIns="0" rtlCol="0" anchor="ctr"/>
          <a:lstStyle/>
          <a:p>
            <a:pPr marL="0" indent="0" algn="l">
              <a:buNone/>
            </a:pPr>
            <a:r>
              <a:rPr lang="en-US" sz="1000" dirty="0">
                <a:solidFill>
                  <a:srgbClr val="4A5568"/>
                </a:solidFill>
                <a:latin typeface="Calibri" pitchFamily="34" charset="0"/>
                <a:ea typeface="Calibri" pitchFamily="34" charset="-122"/>
                <a:cs typeface="Calibri" pitchFamily="34" charset="-120"/>
              </a:rPr>
              <a:t>K0126002 · Gachon University · 2026 Fall · Dr. Toshpulatov</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p:spPr>
      </p:sp>
      <p:sp>
        <p:nvSpPr>
          <p:cNvPr id="3" name="Text 1"/>
          <p:cNvSpPr txBox="1"/>
          <p:nvPr/>
        </p:nvSpPr>
        <p:spPr>
          <a:xfrm>
            <a:off x="365760" y="182880"/>
            <a:ext cx="8412480" cy="640080"/>
          </a:xfrm>
          <a:prstGeom prst="rect">
            <a:avLst/>
          </a:prstGeom>
          <a:noFill/>
          <a:ln/>
        </p:spPr>
        <p:txBody>
          <a:bodyPr wrap="square" lIns="0" tIns="0" rIns="0" bIns="0" rtlCol="0" anchor="ctr"/>
          <a:lstStyle/>
          <a:p>
            <a:pPr marL="0" indent="0">
              <a:buNone/>
            </a:pPr>
            <a:r>
              <a:rPr lang="en-US" sz="2800" b="1" dirty="0">
                <a:solidFill>
                  <a:srgbClr val="1A2540"/>
                </a:solidFill>
                <a:latin typeface="Calibri" pitchFamily="34" charset="0"/>
                <a:ea typeface="Calibri" pitchFamily="34" charset="-122"/>
                <a:cs typeface="Calibri" pitchFamily="34" charset="-120"/>
              </a:rPr>
              <a:t>What is Version Control?</a:t>
            </a:r>
            <a:endParaRPr lang="en-US" sz="2800" dirty="0"/>
          </a:p>
        </p:txBody>
      </p:sp>
      <p:sp>
        <p:nvSpPr>
          <p:cNvPr id="4" name="Shape 2"/>
          <p:cNvSpPr/>
          <p:nvPr/>
        </p:nvSpPr>
        <p:spPr>
          <a:xfrm>
            <a:off x="365760" y="1005840"/>
            <a:ext cx="2651760" cy="3840480"/>
          </a:xfrm>
          <a:prstGeom prst="rect">
            <a:avLst/>
          </a:prstGeom>
          <a:solidFill>
            <a:srgbClr val="1A2540"/>
          </a:solidFill>
          <a:ln w="12700">
            <a:solidFill>
              <a:srgbClr val="F7DF1E"/>
            </a:solidFill>
            <a:prstDash val="solid"/>
          </a:ln>
        </p:spPr>
      </p:sp>
      <p:sp>
        <p:nvSpPr>
          <p:cNvPr id="5" name="Text 3"/>
          <p:cNvSpPr txBox="1"/>
          <p:nvPr/>
        </p:nvSpPr>
        <p:spPr>
          <a:xfrm>
            <a:off x="365760" y="1188720"/>
            <a:ext cx="2651760" cy="731520"/>
          </a:xfrm>
          <a:prstGeom prst="rect">
            <a:avLst/>
          </a:prstGeom>
          <a:noFill/>
          <a:ln/>
        </p:spPr>
        <p:txBody>
          <a:bodyPr wrap="square" lIns="0" tIns="0" rIns="0" bIns="0" rtlCol="0" anchor="ctr"/>
          <a:lstStyle/>
          <a:p>
            <a:pPr marL="0" indent="0" algn="ctr">
              <a:buNone/>
            </a:pPr>
            <a:r>
              <a:rPr lang="en-US" sz="3200" dirty="0">
                <a:solidFill>
                  <a:srgbClr val="000000"/>
                </a:solidFill>
              </a:rPr>
              <a:t>📸</a:t>
            </a:r>
            <a:endParaRPr lang="en-US" sz="3200" dirty="0"/>
          </a:p>
        </p:txBody>
      </p:sp>
      <p:sp>
        <p:nvSpPr>
          <p:cNvPr id="6" name="Text 4"/>
          <p:cNvSpPr txBox="1"/>
          <p:nvPr/>
        </p:nvSpPr>
        <p:spPr>
          <a:xfrm>
            <a:off x="502920" y="1965960"/>
            <a:ext cx="2377440" cy="502920"/>
          </a:xfrm>
          <a:prstGeom prst="rect">
            <a:avLst/>
          </a:prstGeom>
          <a:noFill/>
          <a:ln/>
        </p:spPr>
        <p:txBody>
          <a:bodyPr wrap="square" lIns="0" tIns="0" rIns="0" bIns="0" rtlCol="0" anchor="ctr"/>
          <a:lstStyle/>
          <a:p>
            <a:pPr marL="0" indent="0" algn="ctr">
              <a:buNone/>
            </a:pPr>
            <a:r>
              <a:rPr lang="en-US" sz="1500" b="1" dirty="0">
                <a:solidFill>
                  <a:srgbClr val="F7DF1E"/>
                </a:solidFill>
                <a:latin typeface="Calibri" pitchFamily="34" charset="0"/>
                <a:ea typeface="Calibri" pitchFamily="34" charset="-122"/>
                <a:cs typeface="Calibri" pitchFamily="34" charset="-120"/>
              </a:rPr>
              <a:t>Track Changes</a:t>
            </a:r>
            <a:endParaRPr lang="en-US" sz="1500" dirty="0"/>
          </a:p>
        </p:txBody>
      </p:sp>
      <p:sp>
        <p:nvSpPr>
          <p:cNvPr id="7" name="Text 5"/>
          <p:cNvSpPr txBox="1"/>
          <p:nvPr/>
        </p:nvSpPr>
        <p:spPr>
          <a:xfrm>
            <a:off x="502920" y="2514600"/>
            <a:ext cx="2377440" cy="1645920"/>
          </a:xfrm>
          <a:prstGeom prst="rect">
            <a:avLst/>
          </a:prstGeom>
          <a:noFill/>
          <a:ln/>
        </p:spPr>
        <p:txBody>
          <a:bodyPr wrap="square" lIns="0" tIns="0" rIns="0" bIns="0" rtlCol="0" anchor="ctr"/>
          <a:lstStyle/>
          <a:p>
            <a:pPr marL="0" indent="0" algn="ctr">
              <a:buNone/>
            </a:pPr>
            <a:r>
              <a:rPr lang="en-US" sz="1300" dirty="0">
                <a:solidFill>
                  <a:srgbClr val="8892B0"/>
                </a:solidFill>
                <a:latin typeface="Calibri" pitchFamily="34" charset="0"/>
                <a:ea typeface="Calibri" pitchFamily="34" charset="-122"/>
                <a:cs typeface="Calibri" pitchFamily="34" charset="-120"/>
              </a:rPr>
              <a:t>Every save is a snapshot. See exactly what changed, when, and who changed it.</a:t>
            </a:r>
            <a:endParaRPr lang="en-US" sz="1300" dirty="0"/>
          </a:p>
        </p:txBody>
      </p:sp>
      <p:sp>
        <p:nvSpPr>
          <p:cNvPr id="8" name="Shape 6"/>
          <p:cNvSpPr/>
          <p:nvPr/>
        </p:nvSpPr>
        <p:spPr>
          <a:xfrm>
            <a:off x="3246120" y="1005840"/>
            <a:ext cx="2651760" cy="3840480"/>
          </a:xfrm>
          <a:prstGeom prst="rect">
            <a:avLst/>
          </a:prstGeom>
          <a:solidFill>
            <a:srgbClr val="1A2540"/>
          </a:solidFill>
          <a:ln w="12700">
            <a:solidFill>
              <a:srgbClr val="F7DF1E"/>
            </a:solidFill>
            <a:prstDash val="solid"/>
          </a:ln>
        </p:spPr>
      </p:sp>
      <p:sp>
        <p:nvSpPr>
          <p:cNvPr id="9" name="Text 7"/>
          <p:cNvSpPr txBox="1"/>
          <p:nvPr/>
        </p:nvSpPr>
        <p:spPr>
          <a:xfrm>
            <a:off x="3246120" y="1188720"/>
            <a:ext cx="2651760" cy="731520"/>
          </a:xfrm>
          <a:prstGeom prst="rect">
            <a:avLst/>
          </a:prstGeom>
          <a:noFill/>
          <a:ln/>
        </p:spPr>
        <p:txBody>
          <a:bodyPr wrap="square" lIns="0" tIns="0" rIns="0" bIns="0" rtlCol="0" anchor="ctr"/>
          <a:lstStyle/>
          <a:p>
            <a:pPr marL="0" indent="0" algn="ctr">
              <a:buNone/>
            </a:pPr>
            <a:r>
              <a:rPr lang="en-US" sz="3200" dirty="0">
                <a:solidFill>
                  <a:srgbClr val="000000"/>
                </a:solidFill>
              </a:rPr>
              <a:t>🔙</a:t>
            </a:r>
            <a:endParaRPr lang="en-US" sz="3200" dirty="0"/>
          </a:p>
        </p:txBody>
      </p:sp>
      <p:sp>
        <p:nvSpPr>
          <p:cNvPr id="10" name="Text 8"/>
          <p:cNvSpPr txBox="1"/>
          <p:nvPr/>
        </p:nvSpPr>
        <p:spPr>
          <a:xfrm>
            <a:off x="3383280" y="1965960"/>
            <a:ext cx="2377440" cy="502920"/>
          </a:xfrm>
          <a:prstGeom prst="rect">
            <a:avLst/>
          </a:prstGeom>
          <a:noFill/>
          <a:ln/>
        </p:spPr>
        <p:txBody>
          <a:bodyPr wrap="square" lIns="0" tIns="0" rIns="0" bIns="0" rtlCol="0" anchor="ctr"/>
          <a:lstStyle/>
          <a:p>
            <a:pPr marL="0" indent="0" algn="ctr">
              <a:buNone/>
            </a:pPr>
            <a:r>
              <a:rPr lang="en-US" sz="1500" b="1" dirty="0">
                <a:solidFill>
                  <a:srgbClr val="F7DF1E"/>
                </a:solidFill>
                <a:latin typeface="Calibri" pitchFamily="34" charset="0"/>
                <a:ea typeface="Calibri" pitchFamily="34" charset="-122"/>
                <a:cs typeface="Calibri" pitchFamily="34" charset="-120"/>
              </a:rPr>
              <a:t>Rollback Anytime</a:t>
            </a:r>
            <a:endParaRPr lang="en-US" sz="1500" dirty="0"/>
          </a:p>
        </p:txBody>
      </p:sp>
      <p:sp>
        <p:nvSpPr>
          <p:cNvPr id="11" name="Text 9"/>
          <p:cNvSpPr txBox="1"/>
          <p:nvPr/>
        </p:nvSpPr>
        <p:spPr>
          <a:xfrm>
            <a:off x="3383280" y="2514600"/>
            <a:ext cx="2377440" cy="1645920"/>
          </a:xfrm>
          <a:prstGeom prst="rect">
            <a:avLst/>
          </a:prstGeom>
          <a:noFill/>
          <a:ln/>
        </p:spPr>
        <p:txBody>
          <a:bodyPr wrap="square" lIns="0" tIns="0" rIns="0" bIns="0" rtlCol="0" anchor="ctr"/>
          <a:lstStyle/>
          <a:p>
            <a:pPr marL="0" indent="0" algn="ctr">
              <a:buNone/>
            </a:pPr>
            <a:r>
              <a:rPr lang="en-US" sz="1300" dirty="0">
                <a:solidFill>
                  <a:srgbClr val="8892B0"/>
                </a:solidFill>
                <a:latin typeface="Calibri" pitchFamily="34" charset="0"/>
                <a:ea typeface="Calibri" pitchFamily="34" charset="-122"/>
                <a:cs typeface="Calibri" pitchFamily="34" charset="-120"/>
              </a:rPr>
              <a:t>Broke something? Rewind to any previous working state in seconds.</a:t>
            </a:r>
            <a:endParaRPr lang="en-US" sz="1300" dirty="0"/>
          </a:p>
        </p:txBody>
      </p:sp>
      <p:sp>
        <p:nvSpPr>
          <p:cNvPr id="12" name="Shape 10"/>
          <p:cNvSpPr/>
          <p:nvPr/>
        </p:nvSpPr>
        <p:spPr>
          <a:xfrm>
            <a:off x="6126480" y="1005840"/>
            <a:ext cx="2651760" cy="3840480"/>
          </a:xfrm>
          <a:prstGeom prst="rect">
            <a:avLst/>
          </a:prstGeom>
          <a:solidFill>
            <a:srgbClr val="1A2540"/>
          </a:solidFill>
          <a:ln w="12700">
            <a:solidFill>
              <a:srgbClr val="F7DF1E"/>
            </a:solidFill>
            <a:prstDash val="solid"/>
          </a:ln>
        </p:spPr>
      </p:sp>
      <p:sp>
        <p:nvSpPr>
          <p:cNvPr id="13" name="Text 11"/>
          <p:cNvSpPr txBox="1"/>
          <p:nvPr/>
        </p:nvSpPr>
        <p:spPr>
          <a:xfrm>
            <a:off x="6126480" y="1188720"/>
            <a:ext cx="2651760" cy="731520"/>
          </a:xfrm>
          <a:prstGeom prst="rect">
            <a:avLst/>
          </a:prstGeom>
          <a:noFill/>
          <a:ln/>
        </p:spPr>
        <p:txBody>
          <a:bodyPr wrap="square" lIns="0" tIns="0" rIns="0" bIns="0" rtlCol="0" anchor="ctr"/>
          <a:lstStyle/>
          <a:p>
            <a:pPr marL="0" indent="0" algn="ctr">
              <a:buNone/>
            </a:pPr>
            <a:r>
              <a:rPr lang="en-US" sz="3200" dirty="0">
                <a:solidFill>
                  <a:srgbClr val="000000"/>
                </a:solidFill>
              </a:rPr>
              <a:t>🤝</a:t>
            </a:r>
            <a:endParaRPr lang="en-US" sz="3200" dirty="0"/>
          </a:p>
        </p:txBody>
      </p:sp>
      <p:sp>
        <p:nvSpPr>
          <p:cNvPr id="14" name="Text 12"/>
          <p:cNvSpPr txBox="1"/>
          <p:nvPr/>
        </p:nvSpPr>
        <p:spPr>
          <a:xfrm>
            <a:off x="6263640" y="1965960"/>
            <a:ext cx="2377440" cy="502920"/>
          </a:xfrm>
          <a:prstGeom prst="rect">
            <a:avLst/>
          </a:prstGeom>
          <a:noFill/>
          <a:ln/>
        </p:spPr>
        <p:txBody>
          <a:bodyPr wrap="square" lIns="0" tIns="0" rIns="0" bIns="0" rtlCol="0" anchor="ctr"/>
          <a:lstStyle/>
          <a:p>
            <a:pPr marL="0" indent="0" algn="ctr">
              <a:buNone/>
            </a:pPr>
            <a:r>
              <a:rPr lang="en-US" sz="1500" b="1" dirty="0">
                <a:solidFill>
                  <a:srgbClr val="F7DF1E"/>
                </a:solidFill>
                <a:latin typeface="Calibri" pitchFamily="34" charset="0"/>
                <a:ea typeface="Calibri" pitchFamily="34" charset="-122"/>
                <a:cs typeface="Calibri" pitchFamily="34" charset="-120"/>
              </a:rPr>
              <a:t>Collaborate Safely</a:t>
            </a:r>
            <a:endParaRPr lang="en-US" sz="1500" dirty="0"/>
          </a:p>
        </p:txBody>
      </p:sp>
      <p:sp>
        <p:nvSpPr>
          <p:cNvPr id="15" name="Text 13"/>
          <p:cNvSpPr txBox="1"/>
          <p:nvPr/>
        </p:nvSpPr>
        <p:spPr>
          <a:xfrm>
            <a:off x="6263640" y="2514600"/>
            <a:ext cx="2377440" cy="1645920"/>
          </a:xfrm>
          <a:prstGeom prst="rect">
            <a:avLst/>
          </a:prstGeom>
          <a:noFill/>
          <a:ln/>
        </p:spPr>
        <p:txBody>
          <a:bodyPr wrap="square" lIns="0" tIns="0" rIns="0" bIns="0" rtlCol="0" anchor="ctr"/>
          <a:lstStyle/>
          <a:p>
            <a:pPr marL="0" indent="0" algn="ctr">
              <a:buNone/>
            </a:pPr>
            <a:r>
              <a:rPr lang="en-US" sz="1300" dirty="0">
                <a:solidFill>
                  <a:srgbClr val="8892B0"/>
                </a:solidFill>
                <a:latin typeface="Calibri" pitchFamily="34" charset="0"/>
                <a:ea typeface="Calibri" pitchFamily="34" charset="-122"/>
                <a:cs typeface="Calibri" pitchFamily="34" charset="-120"/>
              </a:rPr>
              <a:t>Multiple people edit the same project without overwriting each other.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p:spPr>
      </p:sp>
      <p:sp>
        <p:nvSpPr>
          <p:cNvPr id="3" name="Text 1"/>
          <p:cNvSpPr txBox="1"/>
          <p:nvPr/>
        </p:nvSpPr>
        <p:spPr>
          <a:xfrm>
            <a:off x="365760" y="182880"/>
            <a:ext cx="8412480" cy="640080"/>
          </a:xfrm>
          <a:prstGeom prst="rect">
            <a:avLst/>
          </a:prstGeom>
          <a:noFill/>
          <a:ln/>
        </p:spPr>
        <p:txBody>
          <a:bodyPr wrap="square" lIns="0" tIns="0" rIns="0" bIns="0" rtlCol="0" anchor="ctr"/>
          <a:lstStyle/>
          <a:p>
            <a:pPr marL="0" indent="0">
              <a:buNone/>
            </a:pPr>
            <a:r>
              <a:rPr lang="en-US" sz="2800" b="1" dirty="0">
                <a:solidFill>
                  <a:srgbClr val="1A2540"/>
                </a:solidFill>
                <a:latin typeface="Calibri" pitchFamily="34" charset="0"/>
                <a:ea typeface="Calibri" pitchFamily="34" charset="-122"/>
                <a:cs typeface="Calibri" pitchFamily="34" charset="-120"/>
              </a:rPr>
              <a:t>Git vs GitHub</a:t>
            </a:r>
            <a:endParaRPr lang="en-US" sz="2800" dirty="0"/>
          </a:p>
        </p:txBody>
      </p:sp>
      <p:sp>
        <p:nvSpPr>
          <p:cNvPr id="4" name="Shape 2"/>
          <p:cNvSpPr/>
          <p:nvPr/>
        </p:nvSpPr>
        <p:spPr>
          <a:xfrm>
            <a:off x="365760" y="914400"/>
            <a:ext cx="3749040" cy="3977640"/>
          </a:xfrm>
          <a:prstGeom prst="rect">
            <a:avLst/>
          </a:prstGeom>
          <a:solidFill>
            <a:srgbClr val="1A2540"/>
          </a:solidFill>
          <a:ln/>
        </p:spPr>
      </p:sp>
      <p:sp>
        <p:nvSpPr>
          <p:cNvPr id="5" name="Shape 3"/>
          <p:cNvSpPr/>
          <p:nvPr/>
        </p:nvSpPr>
        <p:spPr>
          <a:xfrm>
            <a:off x="1371600" y="1097280"/>
            <a:ext cx="1645920" cy="1645920"/>
          </a:xfrm>
          <a:prstGeom prst="ellipse">
            <a:avLst/>
          </a:prstGeom>
          <a:solidFill>
            <a:srgbClr val="F05032"/>
          </a:solidFill>
          <a:ln/>
        </p:spPr>
      </p:sp>
      <p:sp>
        <p:nvSpPr>
          <p:cNvPr id="6" name="Text 4"/>
          <p:cNvSpPr txBox="1"/>
          <p:nvPr/>
        </p:nvSpPr>
        <p:spPr>
          <a:xfrm>
            <a:off x="1371600" y="1097280"/>
            <a:ext cx="1645920" cy="164592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git</a:t>
            </a:r>
            <a:endParaRPr lang="en-US" sz="2800" dirty="0"/>
          </a:p>
        </p:txBody>
      </p:sp>
      <p:sp>
        <p:nvSpPr>
          <p:cNvPr id="7" name="Text 5"/>
          <p:cNvSpPr txBox="1"/>
          <p:nvPr/>
        </p:nvSpPr>
        <p:spPr>
          <a:xfrm>
            <a:off x="365760" y="2834640"/>
            <a:ext cx="3749040" cy="502920"/>
          </a:xfrm>
          <a:prstGeom prst="rect">
            <a:avLst/>
          </a:prstGeom>
          <a:noFill/>
          <a:ln/>
        </p:spPr>
        <p:txBody>
          <a:bodyPr wrap="square" lIns="0" tIns="0" rIns="0" bIns="0" rtlCol="0" anchor="ctr"/>
          <a:lstStyle/>
          <a:p>
            <a:pPr marL="0" indent="0" algn="ctr">
              <a:buNone/>
            </a:pPr>
            <a:r>
              <a:rPr lang="en-US" sz="2200" b="1" dirty="0">
                <a:solidFill>
                  <a:srgbClr val="F7DF1E"/>
                </a:solidFill>
                <a:latin typeface="Calibri" pitchFamily="34" charset="0"/>
                <a:ea typeface="Calibri" pitchFamily="34" charset="-122"/>
                <a:cs typeface="Calibri" pitchFamily="34" charset="-120"/>
              </a:rPr>
              <a:t>Git</a:t>
            </a:r>
            <a:endParaRPr lang="en-US" sz="2200" dirty="0"/>
          </a:p>
        </p:txBody>
      </p:sp>
      <p:sp>
        <p:nvSpPr>
          <p:cNvPr id="8" name="Text 6"/>
          <p:cNvSpPr txBox="1"/>
          <p:nvPr/>
        </p:nvSpPr>
        <p:spPr>
          <a:xfrm>
            <a:off x="502920" y="3337560"/>
            <a:ext cx="3474720" cy="1371600"/>
          </a:xfrm>
          <a:prstGeom prst="rect">
            <a:avLst/>
          </a:prstGeom>
          <a:noFill/>
          <a:ln/>
        </p:spPr>
        <p:txBody>
          <a:bodyPr wrap="square" lIns="0" tIns="0" rIns="0" bIns="0" rtlCol="0" anchor="ctr"/>
          <a:lstStyle/>
          <a:p>
            <a:pPr marL="0" indent="0" algn="ctr">
              <a:buNone/>
            </a:pPr>
            <a:r>
              <a:rPr lang="en-US" sz="1200" dirty="0">
                <a:solidFill>
                  <a:srgbClr val="8892B0"/>
                </a:solidFill>
                <a:latin typeface="Calibri" pitchFamily="34" charset="0"/>
                <a:ea typeface="Calibri" pitchFamily="34" charset="-122"/>
                <a:cs typeface="Calibri" pitchFamily="34" charset="-120"/>
              </a:rPr>
              <a:t>Free, open-source tool</a:t>
            </a:r>
            <a:endParaRPr lang="en-US" sz="1200" dirty="0"/>
          </a:p>
          <a:p>
            <a:pPr marL="0" indent="0" algn="ctr">
              <a:buNone/>
            </a:pPr>
            <a:r>
              <a:rPr lang="en-US" sz="1200" dirty="0">
                <a:solidFill>
                  <a:srgbClr val="8892B0"/>
                </a:solidFill>
                <a:latin typeface="Calibri" pitchFamily="34" charset="0"/>
                <a:ea typeface="Calibri" pitchFamily="34" charset="-122"/>
                <a:cs typeface="Calibri" pitchFamily="34" charset="-120"/>
              </a:rPr>
              <a:t>Runs on YOUR computer</a:t>
            </a:r>
            <a:endParaRPr lang="en-US" sz="1200" dirty="0"/>
          </a:p>
          <a:p>
            <a:pPr marL="0" indent="0" algn="ctr">
              <a:buNone/>
            </a:pPr>
            <a:r>
              <a:rPr lang="en-US" sz="1200" dirty="0">
                <a:solidFill>
                  <a:srgbClr val="8892B0"/>
                </a:solidFill>
                <a:latin typeface="Calibri" pitchFamily="34" charset="0"/>
                <a:ea typeface="Calibri" pitchFamily="34" charset="-122"/>
                <a:cs typeface="Calibri" pitchFamily="34" charset="-120"/>
              </a:rPr>
              <a:t>Tracks changes locally</a:t>
            </a:r>
            <a:endParaRPr lang="en-US" sz="1200" dirty="0"/>
          </a:p>
          <a:p>
            <a:pPr marL="0" indent="0" algn="ctr">
              <a:buNone/>
            </a:pPr>
            <a:r>
              <a:rPr lang="en-US" sz="1200" dirty="0">
                <a:solidFill>
                  <a:srgbClr val="8892B0"/>
                </a:solidFill>
                <a:latin typeface="Calibri" pitchFamily="34" charset="0"/>
                <a:ea typeface="Calibri" pitchFamily="34" charset="-122"/>
                <a:cs typeface="Calibri" pitchFamily="34" charset="-120"/>
              </a:rPr>
              <a:t>Works offline</a:t>
            </a:r>
            <a:endParaRPr lang="en-US" sz="1200" dirty="0"/>
          </a:p>
        </p:txBody>
      </p:sp>
      <p:sp>
        <p:nvSpPr>
          <p:cNvPr id="9" name="Shape 7"/>
          <p:cNvSpPr/>
          <p:nvPr/>
        </p:nvSpPr>
        <p:spPr>
          <a:xfrm>
            <a:off x="4206240" y="2514600"/>
            <a:ext cx="731520" cy="109728"/>
          </a:xfrm>
          <a:prstGeom prst="rect">
            <a:avLst/>
          </a:prstGeom>
          <a:solidFill>
            <a:srgbClr val="F7DF1E"/>
          </a:solidFill>
          <a:ln/>
        </p:spPr>
      </p:sp>
      <p:sp>
        <p:nvSpPr>
          <p:cNvPr id="10" name="Text 8"/>
          <p:cNvSpPr txBox="1"/>
          <p:nvPr/>
        </p:nvSpPr>
        <p:spPr>
          <a:xfrm>
            <a:off x="4160520" y="2286000"/>
            <a:ext cx="822960" cy="548640"/>
          </a:xfrm>
          <a:prstGeom prst="rect">
            <a:avLst/>
          </a:prstGeom>
          <a:noFill/>
          <a:ln/>
        </p:spPr>
        <p:txBody>
          <a:bodyPr wrap="square" lIns="0" tIns="0" rIns="0" bIns="0" rtlCol="0" anchor="ctr"/>
          <a:lstStyle/>
          <a:p>
            <a:pPr marL="0" indent="0" algn="ctr">
              <a:buNone/>
            </a:pPr>
            <a:r>
              <a:rPr lang="en-US" sz="2600" b="1" dirty="0">
                <a:solidFill>
                  <a:srgbClr val="F7DF1E"/>
                </a:solidFill>
              </a:rPr>
              <a:t>+</a:t>
            </a:r>
            <a:endParaRPr lang="en-US" sz="2600" dirty="0"/>
          </a:p>
        </p:txBody>
      </p:sp>
      <p:sp>
        <p:nvSpPr>
          <p:cNvPr id="11" name="Shape 9"/>
          <p:cNvSpPr/>
          <p:nvPr/>
        </p:nvSpPr>
        <p:spPr>
          <a:xfrm>
            <a:off x="5029200" y="914400"/>
            <a:ext cx="3749040" cy="3977640"/>
          </a:xfrm>
          <a:prstGeom prst="rect">
            <a:avLst/>
          </a:prstGeom>
          <a:solidFill>
            <a:srgbClr val="1A2540"/>
          </a:solidFill>
          <a:ln/>
        </p:spPr>
      </p:sp>
      <p:sp>
        <p:nvSpPr>
          <p:cNvPr id="12" name="Shape 10"/>
          <p:cNvSpPr/>
          <p:nvPr/>
        </p:nvSpPr>
        <p:spPr>
          <a:xfrm>
            <a:off x="6035040" y="1097280"/>
            <a:ext cx="1645920" cy="1645920"/>
          </a:xfrm>
          <a:prstGeom prst="ellipse">
            <a:avLst/>
          </a:prstGeom>
          <a:solidFill>
            <a:srgbClr val="24292E"/>
          </a:solidFill>
          <a:ln/>
        </p:spPr>
      </p:sp>
      <p:sp>
        <p:nvSpPr>
          <p:cNvPr id="13" name="Text 11"/>
          <p:cNvSpPr txBox="1"/>
          <p:nvPr/>
        </p:nvSpPr>
        <p:spPr>
          <a:xfrm>
            <a:off x="6035040" y="1097280"/>
            <a:ext cx="1645920" cy="164592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GH</a:t>
            </a:r>
            <a:endParaRPr lang="en-US" sz="2400" dirty="0"/>
          </a:p>
        </p:txBody>
      </p:sp>
      <p:sp>
        <p:nvSpPr>
          <p:cNvPr id="14" name="Text 12"/>
          <p:cNvSpPr txBox="1"/>
          <p:nvPr/>
        </p:nvSpPr>
        <p:spPr>
          <a:xfrm>
            <a:off x="5029200" y="2834640"/>
            <a:ext cx="3749040" cy="502920"/>
          </a:xfrm>
          <a:prstGeom prst="rect">
            <a:avLst/>
          </a:prstGeom>
          <a:noFill/>
          <a:ln/>
        </p:spPr>
        <p:txBody>
          <a:bodyPr wrap="square" lIns="0" tIns="0" rIns="0" bIns="0" rtlCol="0" anchor="ctr"/>
          <a:lstStyle/>
          <a:p>
            <a:pPr marL="0" indent="0" algn="ctr">
              <a:buNone/>
            </a:pPr>
            <a:r>
              <a:rPr lang="en-US" sz="2200" b="1" dirty="0">
                <a:solidFill>
                  <a:srgbClr val="F7DF1E"/>
                </a:solidFill>
                <a:latin typeface="Calibri" pitchFamily="34" charset="0"/>
                <a:ea typeface="Calibri" pitchFamily="34" charset="-122"/>
                <a:cs typeface="Calibri" pitchFamily="34" charset="-120"/>
              </a:rPr>
              <a:t>GitHub</a:t>
            </a:r>
            <a:endParaRPr lang="en-US" sz="2200" dirty="0"/>
          </a:p>
        </p:txBody>
      </p:sp>
      <p:sp>
        <p:nvSpPr>
          <p:cNvPr id="15" name="Text 13"/>
          <p:cNvSpPr txBox="1"/>
          <p:nvPr/>
        </p:nvSpPr>
        <p:spPr>
          <a:xfrm>
            <a:off x="5166360" y="3337560"/>
            <a:ext cx="3474720" cy="1371600"/>
          </a:xfrm>
          <a:prstGeom prst="rect">
            <a:avLst/>
          </a:prstGeom>
          <a:noFill/>
          <a:ln/>
        </p:spPr>
        <p:txBody>
          <a:bodyPr wrap="square" lIns="0" tIns="0" rIns="0" bIns="0" rtlCol="0" anchor="ctr"/>
          <a:lstStyle/>
          <a:p>
            <a:pPr marL="0" indent="0" algn="ctr">
              <a:buNone/>
            </a:pPr>
            <a:r>
              <a:rPr lang="en-US" sz="1200" dirty="0">
                <a:solidFill>
                  <a:srgbClr val="8892B0"/>
                </a:solidFill>
                <a:latin typeface="Calibri" pitchFamily="34" charset="0"/>
                <a:ea typeface="Calibri" pitchFamily="34" charset="-122"/>
                <a:cs typeface="Calibri" pitchFamily="34" charset="-120"/>
              </a:rPr>
              <a:t>Cloud hosting platform</a:t>
            </a:r>
            <a:endParaRPr lang="en-US" sz="1200" dirty="0"/>
          </a:p>
          <a:p>
            <a:pPr marL="0" indent="0" algn="ctr">
              <a:buNone/>
            </a:pPr>
            <a:r>
              <a:rPr lang="en-US" sz="1200" dirty="0">
                <a:solidFill>
                  <a:srgbClr val="8892B0"/>
                </a:solidFill>
                <a:latin typeface="Calibri" pitchFamily="34" charset="0"/>
                <a:ea typeface="Calibri" pitchFamily="34" charset="-122"/>
                <a:cs typeface="Calibri" pitchFamily="34" charset="-120"/>
              </a:rPr>
              <a:t>Stores your Git repos online</a:t>
            </a:r>
            <a:endParaRPr lang="en-US" sz="1200" dirty="0"/>
          </a:p>
          <a:p>
            <a:pPr marL="0" indent="0" algn="ctr">
              <a:buNone/>
            </a:pPr>
            <a:r>
              <a:rPr lang="en-US" sz="1200" dirty="0">
                <a:solidFill>
                  <a:srgbClr val="8892B0"/>
                </a:solidFill>
                <a:latin typeface="Calibri" pitchFamily="34" charset="0"/>
                <a:ea typeface="Calibri" pitchFamily="34" charset="-122"/>
                <a:cs typeface="Calibri" pitchFamily="34" charset="-120"/>
              </a:rPr>
              <a:t>Team collaboration hub</a:t>
            </a:r>
            <a:endParaRPr lang="en-US" sz="1200" dirty="0"/>
          </a:p>
          <a:p>
            <a:pPr marL="0" indent="0" algn="ctr">
              <a:buNone/>
            </a:pPr>
            <a:r>
              <a:rPr lang="en-US" sz="1200" dirty="0">
                <a:solidFill>
                  <a:srgbClr val="8892B0"/>
                </a:solidFill>
                <a:latin typeface="Calibri" pitchFamily="34" charset="0"/>
                <a:ea typeface="Calibri" pitchFamily="34" charset="-122"/>
                <a:cs typeface="Calibri" pitchFamily="34" charset="-120"/>
              </a:rPr>
              <a:t>Free for public repos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2540"/>
          </a:solidFill>
          <a:ln/>
        </p:spPr>
      </p:sp>
      <p:sp>
        <p:nvSpPr>
          <p:cNvPr id="3" name="Shape 1"/>
          <p:cNvSpPr/>
          <p:nvPr/>
        </p:nvSpPr>
        <p:spPr>
          <a:xfrm>
            <a:off x="0" y="0"/>
            <a:ext cx="9144000" cy="109728"/>
          </a:xfrm>
          <a:prstGeom prst="rect">
            <a:avLst/>
          </a:prstGeom>
          <a:solidFill>
            <a:srgbClr val="F7DF1E"/>
          </a:solidFill>
          <a:ln/>
        </p:spPr>
      </p:sp>
      <p:sp>
        <p:nvSpPr>
          <p:cNvPr id="4" name="Text 2"/>
          <p:cNvSpPr txBox="1"/>
          <p:nvPr/>
        </p:nvSpPr>
        <p:spPr>
          <a:xfrm>
            <a:off x="365760" y="182880"/>
            <a:ext cx="8412480" cy="5943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The Git Workflow</a:t>
            </a:r>
            <a:endParaRPr lang="en-US" sz="2600" dirty="0"/>
          </a:p>
        </p:txBody>
      </p:sp>
      <p:sp>
        <p:nvSpPr>
          <p:cNvPr id="5" name="Shape 3"/>
          <p:cNvSpPr/>
          <p:nvPr/>
        </p:nvSpPr>
        <p:spPr>
          <a:xfrm>
            <a:off x="274320" y="914400"/>
            <a:ext cx="2651760" cy="3566160"/>
          </a:xfrm>
          <a:prstGeom prst="rect">
            <a:avLst/>
          </a:prstGeom>
          <a:solidFill>
            <a:srgbClr val="2D4A6B"/>
          </a:solidFill>
          <a:ln/>
        </p:spPr>
      </p:sp>
      <p:sp>
        <p:nvSpPr>
          <p:cNvPr id="6" name="Text 4"/>
          <p:cNvSpPr txBox="1"/>
          <p:nvPr/>
        </p:nvSpPr>
        <p:spPr>
          <a:xfrm>
            <a:off x="274320" y="1051560"/>
            <a:ext cx="2651760" cy="68580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7" name="Text 5"/>
          <p:cNvSpPr txBox="1"/>
          <p:nvPr/>
        </p:nvSpPr>
        <p:spPr>
          <a:xfrm>
            <a:off x="365760" y="1783080"/>
            <a:ext cx="2468880" cy="640080"/>
          </a:xfrm>
          <a:prstGeom prst="rect">
            <a:avLst/>
          </a:prstGeom>
          <a:noFill/>
          <a:ln/>
        </p:spPr>
        <p:txBody>
          <a:bodyPr wrap="square" lIns="0" tIns="0" rIns="0" bIns="0" rtlCol="0" anchor="ctr"/>
          <a:lstStyle/>
          <a:p>
            <a:pPr marL="0" indent="0" algn="ctr">
              <a:buNone/>
            </a:pPr>
            <a:r>
              <a:rPr lang="en-US" sz="1600" b="1" dirty="0">
                <a:solidFill>
                  <a:srgbClr val="F7DF1E"/>
                </a:solidFill>
                <a:latin typeface="Calibri" pitchFamily="34" charset="0"/>
                <a:ea typeface="Calibri" pitchFamily="34" charset="-122"/>
                <a:cs typeface="Calibri" pitchFamily="34" charset="-120"/>
              </a:rPr>
              <a:t>Working</a:t>
            </a:r>
            <a:endParaRPr lang="en-US" sz="1600" dirty="0"/>
          </a:p>
          <a:p>
            <a:pPr marL="0" indent="0" algn="ctr">
              <a:buNone/>
            </a:pPr>
            <a:r>
              <a:rPr lang="en-US" sz="1600" b="1" dirty="0">
                <a:solidFill>
                  <a:srgbClr val="F7DF1E"/>
                </a:solidFill>
                <a:latin typeface="Calibri" pitchFamily="34" charset="0"/>
                <a:ea typeface="Calibri" pitchFamily="34" charset="-122"/>
                <a:cs typeface="Calibri" pitchFamily="34" charset="-120"/>
              </a:rPr>
              <a:t>Directory</a:t>
            </a:r>
            <a:endParaRPr lang="en-US" sz="1600" dirty="0"/>
          </a:p>
        </p:txBody>
      </p:sp>
      <p:sp>
        <p:nvSpPr>
          <p:cNvPr id="8" name="Text 6"/>
          <p:cNvSpPr txBox="1"/>
          <p:nvPr/>
        </p:nvSpPr>
        <p:spPr>
          <a:xfrm>
            <a:off x="365760" y="2468880"/>
            <a:ext cx="2468880" cy="914400"/>
          </a:xfrm>
          <a:prstGeom prst="rect">
            <a:avLst/>
          </a:prstGeom>
          <a:noFill/>
          <a:ln/>
        </p:spPr>
        <p:txBody>
          <a:bodyPr wrap="square" lIns="0" tIns="0" rIns="0" bIns="0" rtlCol="0" anchor="ctr"/>
          <a:lstStyle/>
          <a:p>
            <a:pPr marL="0" indent="0" algn="ctr">
              <a:buNone/>
            </a:pPr>
            <a:r>
              <a:rPr lang="en-US" sz="1100" dirty="0">
                <a:solidFill>
                  <a:srgbClr val="8892B0"/>
                </a:solidFill>
                <a:latin typeface="Calibri" pitchFamily="34" charset="0"/>
                <a:ea typeface="Calibri" pitchFamily="34" charset="-122"/>
                <a:cs typeface="Calibri" pitchFamily="34" charset="-120"/>
              </a:rPr>
              <a:t>Your project files</a:t>
            </a:r>
            <a:endParaRPr lang="en-US" sz="1100" dirty="0"/>
          </a:p>
          <a:p>
            <a:pPr marL="0" indent="0" algn="ctr">
              <a:buNone/>
            </a:pPr>
            <a:r>
              <a:rPr lang="en-US" sz="1100" dirty="0">
                <a:solidFill>
                  <a:srgbClr val="8892B0"/>
                </a:solidFill>
                <a:latin typeface="Calibri" pitchFamily="34" charset="0"/>
                <a:ea typeface="Calibri" pitchFamily="34" charset="-122"/>
                <a:cs typeface="Calibri" pitchFamily="34" charset="-120"/>
              </a:rPr>
              <a:t>(edited but not saved to Git)</a:t>
            </a:r>
            <a:endParaRPr lang="en-US" sz="1100" dirty="0"/>
          </a:p>
        </p:txBody>
      </p:sp>
      <p:sp>
        <p:nvSpPr>
          <p:cNvPr id="9" name="Shape 7"/>
          <p:cNvSpPr/>
          <p:nvPr/>
        </p:nvSpPr>
        <p:spPr>
          <a:xfrm>
            <a:off x="3063240" y="914400"/>
            <a:ext cx="2651760" cy="3566160"/>
          </a:xfrm>
          <a:prstGeom prst="rect">
            <a:avLst/>
          </a:prstGeom>
          <a:solidFill>
            <a:srgbClr val="1E6B4A"/>
          </a:solidFill>
          <a:ln/>
        </p:spPr>
      </p:sp>
      <p:sp>
        <p:nvSpPr>
          <p:cNvPr id="10" name="Text 8"/>
          <p:cNvSpPr txBox="1"/>
          <p:nvPr/>
        </p:nvSpPr>
        <p:spPr>
          <a:xfrm>
            <a:off x="3063240" y="1051560"/>
            <a:ext cx="2651760" cy="68580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1" name="Text 9"/>
          <p:cNvSpPr txBox="1"/>
          <p:nvPr/>
        </p:nvSpPr>
        <p:spPr>
          <a:xfrm>
            <a:off x="3154680" y="1783080"/>
            <a:ext cx="2468880" cy="640080"/>
          </a:xfrm>
          <a:prstGeom prst="rect">
            <a:avLst/>
          </a:prstGeom>
          <a:noFill/>
          <a:ln/>
        </p:spPr>
        <p:txBody>
          <a:bodyPr wrap="square" lIns="0" tIns="0" rIns="0" bIns="0" rtlCol="0" anchor="ctr"/>
          <a:lstStyle/>
          <a:p>
            <a:pPr marL="0" indent="0" algn="ctr">
              <a:buNone/>
            </a:pPr>
            <a:r>
              <a:rPr lang="en-US" sz="1600" b="1" dirty="0">
                <a:solidFill>
                  <a:srgbClr val="F7DF1E"/>
                </a:solidFill>
                <a:latin typeface="Calibri" pitchFamily="34" charset="0"/>
                <a:ea typeface="Calibri" pitchFamily="34" charset="-122"/>
                <a:cs typeface="Calibri" pitchFamily="34" charset="-120"/>
              </a:rPr>
              <a:t>Staging</a:t>
            </a:r>
            <a:endParaRPr lang="en-US" sz="1600" dirty="0"/>
          </a:p>
          <a:p>
            <a:pPr marL="0" indent="0" algn="ctr">
              <a:buNone/>
            </a:pPr>
            <a:r>
              <a:rPr lang="en-US" sz="1600" b="1" dirty="0">
                <a:solidFill>
                  <a:srgbClr val="F7DF1E"/>
                </a:solidFill>
                <a:latin typeface="Calibri" pitchFamily="34" charset="0"/>
                <a:ea typeface="Calibri" pitchFamily="34" charset="-122"/>
                <a:cs typeface="Calibri" pitchFamily="34" charset="-120"/>
              </a:rPr>
              <a:t>Area</a:t>
            </a:r>
            <a:endParaRPr lang="en-US" sz="1600" dirty="0"/>
          </a:p>
        </p:txBody>
      </p:sp>
      <p:sp>
        <p:nvSpPr>
          <p:cNvPr id="12" name="Text 10"/>
          <p:cNvSpPr txBox="1"/>
          <p:nvPr/>
        </p:nvSpPr>
        <p:spPr>
          <a:xfrm>
            <a:off x="3154680" y="2468880"/>
            <a:ext cx="2468880" cy="914400"/>
          </a:xfrm>
          <a:prstGeom prst="rect">
            <a:avLst/>
          </a:prstGeom>
          <a:noFill/>
          <a:ln/>
        </p:spPr>
        <p:txBody>
          <a:bodyPr wrap="square" lIns="0" tIns="0" rIns="0" bIns="0" rtlCol="0" anchor="ctr"/>
          <a:lstStyle/>
          <a:p>
            <a:pPr marL="0" indent="0" algn="ctr">
              <a:buNone/>
            </a:pPr>
            <a:r>
              <a:rPr lang="en-US" sz="1100" dirty="0">
                <a:solidFill>
                  <a:srgbClr val="8892B0"/>
                </a:solidFill>
                <a:latin typeface="Calibri" pitchFamily="34" charset="0"/>
                <a:ea typeface="Calibri" pitchFamily="34" charset="-122"/>
                <a:cs typeface="Calibri" pitchFamily="34" charset="-120"/>
              </a:rPr>
              <a:t>Files queued for</a:t>
            </a:r>
            <a:endParaRPr lang="en-US" sz="1100" dirty="0"/>
          </a:p>
          <a:p>
            <a:pPr marL="0" indent="0" algn="ctr">
              <a:buNone/>
            </a:pPr>
            <a:r>
              <a:rPr lang="en-US" sz="1100" dirty="0">
                <a:solidFill>
                  <a:srgbClr val="8892B0"/>
                </a:solidFill>
                <a:latin typeface="Calibri" pitchFamily="34" charset="0"/>
                <a:ea typeface="Calibri" pitchFamily="34" charset="-122"/>
                <a:cs typeface="Calibri" pitchFamily="34" charset="-120"/>
              </a:rPr>
              <a:t>the next commit</a:t>
            </a:r>
            <a:endParaRPr lang="en-US" sz="1100" dirty="0"/>
          </a:p>
        </p:txBody>
      </p:sp>
      <p:sp>
        <p:nvSpPr>
          <p:cNvPr id="13" name="Shape 11"/>
          <p:cNvSpPr/>
          <p:nvPr/>
        </p:nvSpPr>
        <p:spPr>
          <a:xfrm>
            <a:off x="5852160" y="914400"/>
            <a:ext cx="2651760" cy="3566160"/>
          </a:xfrm>
          <a:prstGeom prst="rect">
            <a:avLst/>
          </a:prstGeom>
          <a:solidFill>
            <a:srgbClr val="6B1E1E"/>
          </a:solidFill>
          <a:ln/>
        </p:spPr>
      </p:sp>
      <p:sp>
        <p:nvSpPr>
          <p:cNvPr id="14" name="Text 12"/>
          <p:cNvSpPr txBox="1"/>
          <p:nvPr/>
        </p:nvSpPr>
        <p:spPr>
          <a:xfrm>
            <a:off x="5852160" y="1051560"/>
            <a:ext cx="2651760" cy="68580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5" name="Text 13"/>
          <p:cNvSpPr txBox="1"/>
          <p:nvPr/>
        </p:nvSpPr>
        <p:spPr>
          <a:xfrm>
            <a:off x="5943600" y="1783080"/>
            <a:ext cx="2468880" cy="640080"/>
          </a:xfrm>
          <a:prstGeom prst="rect">
            <a:avLst/>
          </a:prstGeom>
          <a:noFill/>
          <a:ln/>
        </p:spPr>
        <p:txBody>
          <a:bodyPr wrap="square" lIns="0" tIns="0" rIns="0" bIns="0" rtlCol="0" anchor="ctr"/>
          <a:lstStyle/>
          <a:p>
            <a:pPr marL="0" indent="0" algn="ctr">
              <a:buNone/>
            </a:pPr>
            <a:r>
              <a:rPr lang="en-US" sz="1600" b="1" dirty="0">
                <a:solidFill>
                  <a:srgbClr val="F7DF1E"/>
                </a:solidFill>
                <a:latin typeface="Calibri" pitchFamily="34" charset="0"/>
                <a:ea typeface="Calibri" pitchFamily="34" charset="-122"/>
                <a:cs typeface="Calibri" pitchFamily="34" charset="-120"/>
              </a:rPr>
              <a:t>Local</a:t>
            </a:r>
            <a:endParaRPr lang="en-US" sz="1600" dirty="0"/>
          </a:p>
          <a:p>
            <a:pPr marL="0" indent="0" algn="ctr">
              <a:buNone/>
            </a:pPr>
            <a:r>
              <a:rPr lang="en-US" sz="1600" b="1" dirty="0">
                <a:solidFill>
                  <a:srgbClr val="F7DF1E"/>
                </a:solidFill>
                <a:latin typeface="Calibri" pitchFamily="34" charset="0"/>
                <a:ea typeface="Calibri" pitchFamily="34" charset="-122"/>
                <a:cs typeface="Calibri" pitchFamily="34" charset="-120"/>
              </a:rPr>
              <a:t>Repository</a:t>
            </a:r>
            <a:endParaRPr lang="en-US" sz="1600" dirty="0"/>
          </a:p>
        </p:txBody>
      </p:sp>
      <p:sp>
        <p:nvSpPr>
          <p:cNvPr id="16" name="Text 14"/>
          <p:cNvSpPr txBox="1"/>
          <p:nvPr/>
        </p:nvSpPr>
        <p:spPr>
          <a:xfrm>
            <a:off x="5943600" y="2468880"/>
            <a:ext cx="2468880" cy="914400"/>
          </a:xfrm>
          <a:prstGeom prst="rect">
            <a:avLst/>
          </a:prstGeom>
          <a:noFill/>
          <a:ln/>
        </p:spPr>
        <p:txBody>
          <a:bodyPr wrap="square" lIns="0" tIns="0" rIns="0" bIns="0" rtlCol="0" anchor="ctr"/>
          <a:lstStyle/>
          <a:p>
            <a:pPr marL="0" indent="0" algn="ctr">
              <a:buNone/>
            </a:pPr>
            <a:r>
              <a:rPr lang="en-US" sz="1100" dirty="0">
                <a:solidFill>
                  <a:srgbClr val="8892B0"/>
                </a:solidFill>
                <a:latin typeface="Calibri" pitchFamily="34" charset="0"/>
                <a:ea typeface="Calibri" pitchFamily="34" charset="-122"/>
                <a:cs typeface="Calibri" pitchFamily="34" charset="-120"/>
              </a:rPr>
              <a:t>Permanent history</a:t>
            </a:r>
            <a:endParaRPr lang="en-US" sz="1100" dirty="0"/>
          </a:p>
          <a:p>
            <a:pPr marL="0" indent="0" algn="ctr">
              <a:buNone/>
            </a:pPr>
            <a:r>
              <a:rPr lang="en-US" sz="1100" dirty="0">
                <a:solidFill>
                  <a:srgbClr val="8892B0"/>
                </a:solidFill>
                <a:latin typeface="Calibri" pitchFamily="34" charset="0"/>
                <a:ea typeface="Calibri" pitchFamily="34" charset="-122"/>
                <a:cs typeface="Calibri" pitchFamily="34" charset="-120"/>
              </a:rPr>
              <a:t>(all your commits)</a:t>
            </a:r>
            <a:endParaRPr lang="en-US" sz="1100" dirty="0"/>
          </a:p>
        </p:txBody>
      </p:sp>
      <p:sp>
        <p:nvSpPr>
          <p:cNvPr id="17" name="Shape 15"/>
          <p:cNvSpPr/>
          <p:nvPr/>
        </p:nvSpPr>
        <p:spPr>
          <a:xfrm>
            <a:off x="2880360" y="2194560"/>
            <a:ext cx="182880" cy="109728"/>
          </a:xfrm>
          <a:prstGeom prst="rect">
            <a:avLst/>
          </a:prstGeom>
          <a:solidFill>
            <a:srgbClr val="F7DF1E"/>
          </a:solidFill>
          <a:ln/>
        </p:spPr>
      </p:sp>
      <p:sp>
        <p:nvSpPr>
          <p:cNvPr id="18" name="Text 16"/>
          <p:cNvSpPr txBox="1"/>
          <p:nvPr/>
        </p:nvSpPr>
        <p:spPr>
          <a:xfrm>
            <a:off x="2990088" y="2121408"/>
            <a:ext cx="274320" cy="256032"/>
          </a:xfrm>
          <a:prstGeom prst="rect">
            <a:avLst/>
          </a:prstGeom>
          <a:noFill/>
          <a:ln/>
        </p:spPr>
        <p:txBody>
          <a:bodyPr wrap="square" lIns="0" tIns="0" rIns="0" bIns="0" rtlCol="0" anchor="ctr"/>
          <a:lstStyle/>
          <a:p>
            <a:pPr marL="0" indent="0" algn="l">
              <a:buNone/>
            </a:pPr>
            <a:r>
              <a:rPr lang="en-US" sz="1400" b="1" dirty="0">
                <a:solidFill>
                  <a:srgbClr val="F7DF1E"/>
                </a:solidFill>
              </a:rPr>
              <a:t>&gt;</a:t>
            </a:r>
            <a:endParaRPr lang="en-US" sz="1400" dirty="0"/>
          </a:p>
        </p:txBody>
      </p:sp>
      <p:sp>
        <p:nvSpPr>
          <p:cNvPr id="19" name="Shape 17"/>
          <p:cNvSpPr/>
          <p:nvPr/>
        </p:nvSpPr>
        <p:spPr>
          <a:xfrm>
            <a:off x="2514600" y="3474720"/>
            <a:ext cx="1371600" cy="384048"/>
          </a:xfrm>
          <a:prstGeom prst="rect">
            <a:avLst/>
          </a:prstGeom>
          <a:solidFill>
            <a:srgbClr val="0D1117"/>
          </a:solidFill>
          <a:ln/>
        </p:spPr>
      </p:sp>
      <p:sp>
        <p:nvSpPr>
          <p:cNvPr id="20" name="Text 18"/>
          <p:cNvSpPr txBox="1"/>
          <p:nvPr/>
        </p:nvSpPr>
        <p:spPr>
          <a:xfrm>
            <a:off x="2532888" y="3493008"/>
            <a:ext cx="1335024" cy="347472"/>
          </a:xfrm>
          <a:prstGeom prst="rect">
            <a:avLst/>
          </a:prstGeom>
          <a:noFill/>
          <a:ln/>
        </p:spPr>
        <p:txBody>
          <a:bodyPr wrap="square" lIns="0" tIns="0" rIns="0" bIns="0" rtlCol="0" anchor="ctr"/>
          <a:lstStyle/>
          <a:p>
            <a:pPr marL="0" indent="0">
              <a:buNone/>
            </a:pPr>
            <a:r>
              <a:rPr lang="en-US" sz="1000" dirty="0">
                <a:solidFill>
                  <a:srgbClr val="64FFDA"/>
                </a:solidFill>
                <a:latin typeface="Courier New" pitchFamily="34" charset="0"/>
                <a:ea typeface="Courier New" pitchFamily="34" charset="-122"/>
                <a:cs typeface="Courier New" pitchFamily="34" charset="-120"/>
              </a:rPr>
              <a:t>git add</a:t>
            </a:r>
            <a:endParaRPr lang="en-US" sz="1000" dirty="0"/>
          </a:p>
        </p:txBody>
      </p:sp>
      <p:sp>
        <p:nvSpPr>
          <p:cNvPr id="21" name="Shape 19"/>
          <p:cNvSpPr/>
          <p:nvPr/>
        </p:nvSpPr>
        <p:spPr>
          <a:xfrm>
            <a:off x="5669280" y="2194560"/>
            <a:ext cx="182880" cy="109728"/>
          </a:xfrm>
          <a:prstGeom prst="rect">
            <a:avLst/>
          </a:prstGeom>
          <a:solidFill>
            <a:srgbClr val="F7DF1E"/>
          </a:solidFill>
          <a:ln/>
        </p:spPr>
      </p:sp>
      <p:sp>
        <p:nvSpPr>
          <p:cNvPr id="22" name="Text 20"/>
          <p:cNvSpPr txBox="1"/>
          <p:nvPr/>
        </p:nvSpPr>
        <p:spPr>
          <a:xfrm>
            <a:off x="5779008" y="2121408"/>
            <a:ext cx="274320" cy="256032"/>
          </a:xfrm>
          <a:prstGeom prst="rect">
            <a:avLst/>
          </a:prstGeom>
          <a:noFill/>
          <a:ln/>
        </p:spPr>
        <p:txBody>
          <a:bodyPr wrap="square" lIns="0" tIns="0" rIns="0" bIns="0" rtlCol="0" anchor="ctr"/>
          <a:lstStyle/>
          <a:p>
            <a:pPr marL="0" indent="0" algn="l">
              <a:buNone/>
            </a:pPr>
            <a:r>
              <a:rPr lang="en-US" sz="1400" b="1" dirty="0">
                <a:solidFill>
                  <a:srgbClr val="F7DF1E"/>
                </a:solidFill>
              </a:rPr>
              <a:t>&gt;</a:t>
            </a:r>
            <a:endParaRPr lang="en-US" sz="1400" dirty="0"/>
          </a:p>
        </p:txBody>
      </p:sp>
      <p:sp>
        <p:nvSpPr>
          <p:cNvPr id="23" name="Shape 21"/>
          <p:cNvSpPr/>
          <p:nvPr/>
        </p:nvSpPr>
        <p:spPr>
          <a:xfrm>
            <a:off x="5303520" y="3474720"/>
            <a:ext cx="1371600" cy="384048"/>
          </a:xfrm>
          <a:prstGeom prst="rect">
            <a:avLst/>
          </a:prstGeom>
          <a:solidFill>
            <a:srgbClr val="0D1117"/>
          </a:solidFill>
          <a:ln/>
        </p:spPr>
      </p:sp>
      <p:sp>
        <p:nvSpPr>
          <p:cNvPr id="24" name="Text 22"/>
          <p:cNvSpPr txBox="1"/>
          <p:nvPr/>
        </p:nvSpPr>
        <p:spPr>
          <a:xfrm>
            <a:off x="5321808" y="3493008"/>
            <a:ext cx="1335024" cy="347472"/>
          </a:xfrm>
          <a:prstGeom prst="rect">
            <a:avLst/>
          </a:prstGeom>
          <a:noFill/>
          <a:ln/>
        </p:spPr>
        <p:txBody>
          <a:bodyPr wrap="square" lIns="0" tIns="0" rIns="0" bIns="0" rtlCol="0" anchor="ctr"/>
          <a:lstStyle/>
          <a:p>
            <a:pPr marL="0" indent="0">
              <a:buNone/>
            </a:pPr>
            <a:r>
              <a:rPr lang="en-US" sz="1000" dirty="0">
                <a:solidFill>
                  <a:srgbClr val="64FFDA"/>
                </a:solidFill>
                <a:latin typeface="Courier New" pitchFamily="34" charset="0"/>
                <a:ea typeface="Courier New" pitchFamily="34" charset="-122"/>
                <a:cs typeface="Courier New" pitchFamily="34" charset="-120"/>
              </a:rPr>
              <a:t>git commit -m "..."</a:t>
            </a:r>
            <a:endParaRPr lang="en-US" sz="1000" dirty="0"/>
          </a:p>
        </p:txBody>
      </p:sp>
      <p:sp>
        <p:nvSpPr>
          <p:cNvPr id="25" name="Shape 23"/>
          <p:cNvSpPr/>
          <p:nvPr/>
        </p:nvSpPr>
        <p:spPr>
          <a:xfrm>
            <a:off x="274320" y="4617720"/>
            <a:ext cx="8595360" cy="365760"/>
          </a:xfrm>
          <a:prstGeom prst="rect">
            <a:avLst/>
          </a:prstGeom>
          <a:solidFill>
            <a:srgbClr val="3D1E6B"/>
          </a:solidFill>
          <a:ln/>
        </p:spPr>
      </p:sp>
      <p:sp>
        <p:nvSpPr>
          <p:cNvPr id="26" name="Text 24"/>
          <p:cNvSpPr txBox="1"/>
          <p:nvPr/>
        </p:nvSpPr>
        <p:spPr>
          <a:xfrm>
            <a:off x="365760" y="4636008"/>
            <a:ext cx="8412480" cy="329184"/>
          </a:xfrm>
          <a:prstGeom prst="rect">
            <a:avLst/>
          </a:prstGeom>
          <a:noFill/>
          <a:ln/>
        </p:spPr>
        <p:txBody>
          <a:bodyPr wrap="square" lIns="0" tIns="0" rIns="0" bIns="0" rtlCol="0" anchor="ctr"/>
          <a:lstStyle/>
          <a:p>
            <a:pPr marL="0" indent="0" algn="ctr">
              <a:buNone/>
            </a:pPr>
            <a:r>
              <a:rPr lang="en-US" sz="1200" b="1" dirty="0">
                <a:solidFill>
                  <a:srgbClr val="F7DF1E"/>
                </a:solidFill>
                <a:latin typeface="Calibri" pitchFamily="34" charset="0"/>
                <a:ea typeface="Calibri" pitchFamily="34" charset="-122"/>
                <a:cs typeface="Calibri" pitchFamily="34" charset="-120"/>
              </a:rPr>
              <a:t>Remote Repository (GitHub)  ←  git push  /  git pull  →  teammates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p:spPr>
      </p:sp>
      <p:sp>
        <p:nvSpPr>
          <p:cNvPr id="3" name="Shape 1"/>
          <p:cNvSpPr/>
          <p:nvPr/>
        </p:nvSpPr>
        <p:spPr>
          <a:xfrm>
            <a:off x="0" y="0"/>
            <a:ext cx="3200400" cy="5143500"/>
          </a:xfrm>
          <a:prstGeom prst="rect">
            <a:avLst/>
          </a:prstGeom>
          <a:solidFill>
            <a:srgbClr val="1A2540"/>
          </a:solidFill>
          <a:ln/>
        </p:spPr>
      </p:sp>
      <p:sp>
        <p:nvSpPr>
          <p:cNvPr id="4" name="Text 2"/>
          <p:cNvSpPr txBox="1"/>
          <p:nvPr/>
        </p:nvSpPr>
        <p:spPr>
          <a:xfrm>
            <a:off x="182880" y="228600"/>
            <a:ext cx="2834640" cy="1188720"/>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Core Commands</a:t>
            </a:r>
            <a:endParaRPr lang="en-US" sz="2000" dirty="0"/>
          </a:p>
          <a:p>
            <a:pPr marL="0" indent="0">
              <a:buNone/>
            </a:pPr>
            <a:r>
              <a:rPr lang="en-US" sz="2000" b="1" dirty="0">
                <a:solidFill>
                  <a:srgbClr val="FFFFFF"/>
                </a:solidFill>
                <a:latin typeface="Calibri" pitchFamily="34" charset="0"/>
                <a:ea typeface="Calibri" pitchFamily="34" charset="-122"/>
                <a:cs typeface="Calibri" pitchFamily="34" charset="-120"/>
              </a:rPr>
              <a:t>Start &amp; Save</a:t>
            </a:r>
            <a:endParaRPr lang="en-US" sz="2000" dirty="0"/>
          </a:p>
        </p:txBody>
      </p:sp>
      <p:sp>
        <p:nvSpPr>
          <p:cNvPr id="5" name="Shape 3"/>
          <p:cNvSpPr/>
          <p:nvPr/>
        </p:nvSpPr>
        <p:spPr>
          <a:xfrm>
            <a:off x="182880" y="1444752"/>
            <a:ext cx="2560320" cy="45720"/>
          </a:xfrm>
          <a:prstGeom prst="rect">
            <a:avLst/>
          </a:prstGeom>
          <a:solidFill>
            <a:srgbClr val="F7DF1E"/>
          </a:solidFill>
          <a:ln/>
        </p:spPr>
      </p:sp>
      <p:sp>
        <p:nvSpPr>
          <p:cNvPr id="6" name="Text 4"/>
          <p:cNvSpPr txBox="1"/>
          <p:nvPr/>
        </p:nvSpPr>
        <p:spPr>
          <a:xfrm>
            <a:off x="182880" y="1536192"/>
            <a:ext cx="2834640" cy="310896"/>
          </a:xfrm>
          <a:prstGeom prst="rect">
            <a:avLst/>
          </a:prstGeom>
          <a:noFill/>
          <a:ln/>
        </p:spPr>
        <p:txBody>
          <a:bodyPr wrap="square" lIns="0" tIns="0" rIns="0" bIns="0" rtlCol="0" anchor="t"/>
          <a:lstStyle/>
          <a:p>
            <a:pPr marL="0" indent="0">
              <a:buNone/>
            </a:pPr>
            <a:r>
              <a:rPr lang="en-US" sz="1300" b="1" dirty="0">
                <a:solidFill>
                  <a:srgbClr val="F7DF1E"/>
                </a:solidFill>
                <a:latin typeface="Courier New" pitchFamily="34" charset="0"/>
                <a:ea typeface="Courier New" pitchFamily="34" charset="-122"/>
                <a:cs typeface="Courier New" pitchFamily="34" charset="-120"/>
              </a:rPr>
              <a:t>git init</a:t>
            </a:r>
            <a:endParaRPr lang="en-US" sz="1300" dirty="0"/>
          </a:p>
        </p:txBody>
      </p:sp>
      <p:sp>
        <p:nvSpPr>
          <p:cNvPr id="7" name="Text 5"/>
          <p:cNvSpPr txBox="1"/>
          <p:nvPr/>
        </p:nvSpPr>
        <p:spPr>
          <a:xfrm>
            <a:off x="182880" y="1874520"/>
            <a:ext cx="2834640" cy="310896"/>
          </a:xfrm>
          <a:prstGeom prst="rect">
            <a:avLst/>
          </a:prstGeom>
          <a:noFill/>
          <a:ln/>
        </p:spPr>
        <p:txBody>
          <a:bodyPr wrap="square" lIns="0" tIns="0" rIns="0" bIns="0" rtlCol="0" anchor="t"/>
          <a:lstStyle/>
          <a:p>
            <a:pPr marL="0" indent="0">
              <a:buNone/>
            </a:pPr>
            <a:r>
              <a:rPr lang="en-US" sz="1100" dirty="0">
                <a:solidFill>
                  <a:srgbClr val="8892B0"/>
                </a:solidFill>
                <a:latin typeface="Calibri" pitchFamily="34" charset="0"/>
                <a:ea typeface="Calibri" pitchFamily="34" charset="-122"/>
                <a:cs typeface="Calibri" pitchFamily="34" charset="-120"/>
              </a:rPr>
              <a:t>Start a new repo</a:t>
            </a:r>
            <a:endParaRPr lang="en-US" sz="1100" dirty="0"/>
          </a:p>
        </p:txBody>
      </p:sp>
      <p:sp>
        <p:nvSpPr>
          <p:cNvPr id="8" name="Text 6"/>
          <p:cNvSpPr txBox="1"/>
          <p:nvPr/>
        </p:nvSpPr>
        <p:spPr>
          <a:xfrm>
            <a:off x="182880" y="2212848"/>
            <a:ext cx="2834640" cy="310896"/>
          </a:xfrm>
          <a:prstGeom prst="rect">
            <a:avLst/>
          </a:prstGeom>
          <a:noFill/>
          <a:ln/>
        </p:spPr>
        <p:txBody>
          <a:bodyPr wrap="square" lIns="0" tIns="0" rIns="0" bIns="0" rtlCol="0" anchor="t"/>
          <a:lstStyle/>
          <a:p>
            <a:pPr marL="0" indent="0">
              <a:buNone/>
            </a:pPr>
            <a:endParaRPr lang="en-US" sz="1100" dirty="0"/>
          </a:p>
        </p:txBody>
      </p:sp>
      <p:sp>
        <p:nvSpPr>
          <p:cNvPr id="9" name="Text 7"/>
          <p:cNvSpPr txBox="1"/>
          <p:nvPr/>
        </p:nvSpPr>
        <p:spPr>
          <a:xfrm>
            <a:off x="182880" y="2551176"/>
            <a:ext cx="2834640" cy="310896"/>
          </a:xfrm>
          <a:prstGeom prst="rect">
            <a:avLst/>
          </a:prstGeom>
          <a:noFill/>
          <a:ln/>
        </p:spPr>
        <p:txBody>
          <a:bodyPr wrap="square" lIns="0" tIns="0" rIns="0" bIns="0" rtlCol="0" anchor="t"/>
          <a:lstStyle/>
          <a:p>
            <a:pPr marL="0" indent="0">
              <a:buNone/>
            </a:pPr>
            <a:r>
              <a:rPr lang="en-US" sz="1300" b="1" dirty="0">
                <a:solidFill>
                  <a:srgbClr val="F7DF1E"/>
                </a:solidFill>
                <a:latin typeface="Courier New" pitchFamily="34" charset="0"/>
                <a:ea typeface="Courier New" pitchFamily="34" charset="-122"/>
                <a:cs typeface="Courier New" pitchFamily="34" charset="-120"/>
              </a:rPr>
              <a:t>git status</a:t>
            </a:r>
            <a:endParaRPr lang="en-US" sz="1300" dirty="0"/>
          </a:p>
        </p:txBody>
      </p:sp>
      <p:sp>
        <p:nvSpPr>
          <p:cNvPr id="10" name="Text 8"/>
          <p:cNvSpPr txBox="1"/>
          <p:nvPr/>
        </p:nvSpPr>
        <p:spPr>
          <a:xfrm>
            <a:off x="182880" y="2889504"/>
            <a:ext cx="2834640" cy="310896"/>
          </a:xfrm>
          <a:prstGeom prst="rect">
            <a:avLst/>
          </a:prstGeom>
          <a:noFill/>
          <a:ln/>
        </p:spPr>
        <p:txBody>
          <a:bodyPr wrap="square" lIns="0" tIns="0" rIns="0" bIns="0" rtlCol="0" anchor="t"/>
          <a:lstStyle/>
          <a:p>
            <a:pPr marL="0" indent="0">
              <a:buNone/>
            </a:pPr>
            <a:r>
              <a:rPr lang="en-US" sz="1100" dirty="0">
                <a:solidFill>
                  <a:srgbClr val="8892B0"/>
                </a:solidFill>
                <a:latin typeface="Calibri" pitchFamily="34" charset="0"/>
                <a:ea typeface="Calibri" pitchFamily="34" charset="-122"/>
                <a:cs typeface="Calibri" pitchFamily="34" charset="-120"/>
              </a:rPr>
              <a:t>See what changed</a:t>
            </a:r>
            <a:endParaRPr lang="en-US" sz="1100" dirty="0"/>
          </a:p>
        </p:txBody>
      </p:sp>
      <p:sp>
        <p:nvSpPr>
          <p:cNvPr id="11" name="Text 9"/>
          <p:cNvSpPr txBox="1"/>
          <p:nvPr/>
        </p:nvSpPr>
        <p:spPr>
          <a:xfrm>
            <a:off x="182880" y="3227832"/>
            <a:ext cx="2834640" cy="310896"/>
          </a:xfrm>
          <a:prstGeom prst="rect">
            <a:avLst/>
          </a:prstGeom>
          <a:noFill/>
          <a:ln/>
        </p:spPr>
        <p:txBody>
          <a:bodyPr wrap="square" lIns="0" tIns="0" rIns="0" bIns="0" rtlCol="0" anchor="t"/>
          <a:lstStyle/>
          <a:p>
            <a:pPr marL="0" indent="0">
              <a:buNone/>
            </a:pPr>
            <a:endParaRPr lang="en-US" sz="1100" dirty="0"/>
          </a:p>
        </p:txBody>
      </p:sp>
      <p:sp>
        <p:nvSpPr>
          <p:cNvPr id="12" name="Text 10"/>
          <p:cNvSpPr txBox="1"/>
          <p:nvPr/>
        </p:nvSpPr>
        <p:spPr>
          <a:xfrm>
            <a:off x="182880" y="3566160"/>
            <a:ext cx="2834640" cy="310896"/>
          </a:xfrm>
          <a:prstGeom prst="rect">
            <a:avLst/>
          </a:prstGeom>
          <a:noFill/>
          <a:ln/>
        </p:spPr>
        <p:txBody>
          <a:bodyPr wrap="square" lIns="0" tIns="0" rIns="0" bIns="0" rtlCol="0" anchor="t"/>
          <a:lstStyle/>
          <a:p>
            <a:pPr marL="0" indent="0">
              <a:buNone/>
            </a:pPr>
            <a:r>
              <a:rPr lang="en-US" sz="1300" b="1" dirty="0">
                <a:solidFill>
                  <a:srgbClr val="F7DF1E"/>
                </a:solidFill>
                <a:latin typeface="Courier New" pitchFamily="34" charset="0"/>
                <a:ea typeface="Courier New" pitchFamily="34" charset="-122"/>
                <a:cs typeface="Courier New" pitchFamily="34" charset="-120"/>
              </a:rPr>
              <a:t>git add .</a:t>
            </a:r>
            <a:endParaRPr lang="en-US" sz="1300" dirty="0"/>
          </a:p>
        </p:txBody>
      </p:sp>
      <p:sp>
        <p:nvSpPr>
          <p:cNvPr id="13" name="Text 11"/>
          <p:cNvSpPr txBox="1"/>
          <p:nvPr/>
        </p:nvSpPr>
        <p:spPr>
          <a:xfrm>
            <a:off x="182880" y="3904488"/>
            <a:ext cx="2834640" cy="310896"/>
          </a:xfrm>
          <a:prstGeom prst="rect">
            <a:avLst/>
          </a:prstGeom>
          <a:noFill/>
          <a:ln/>
        </p:spPr>
        <p:txBody>
          <a:bodyPr wrap="square" lIns="0" tIns="0" rIns="0" bIns="0" rtlCol="0" anchor="t"/>
          <a:lstStyle/>
          <a:p>
            <a:pPr marL="0" indent="0">
              <a:buNone/>
            </a:pPr>
            <a:r>
              <a:rPr lang="en-US" sz="1100" dirty="0">
                <a:solidFill>
                  <a:srgbClr val="8892B0"/>
                </a:solidFill>
                <a:latin typeface="Calibri" pitchFamily="34" charset="0"/>
                <a:ea typeface="Calibri" pitchFamily="34" charset="-122"/>
                <a:cs typeface="Calibri" pitchFamily="34" charset="-120"/>
              </a:rPr>
              <a:t>Stage all changes</a:t>
            </a:r>
            <a:endParaRPr lang="en-US" sz="1100" dirty="0"/>
          </a:p>
        </p:txBody>
      </p:sp>
      <p:sp>
        <p:nvSpPr>
          <p:cNvPr id="14" name="Text 12"/>
          <p:cNvSpPr txBox="1"/>
          <p:nvPr/>
        </p:nvSpPr>
        <p:spPr>
          <a:xfrm>
            <a:off x="182880" y="4242816"/>
            <a:ext cx="2834640" cy="310896"/>
          </a:xfrm>
          <a:prstGeom prst="rect">
            <a:avLst/>
          </a:prstGeom>
          <a:noFill/>
          <a:ln/>
        </p:spPr>
        <p:txBody>
          <a:bodyPr wrap="square" lIns="0" tIns="0" rIns="0" bIns="0" rtlCol="0" anchor="t"/>
          <a:lstStyle/>
          <a:p>
            <a:pPr marL="0" indent="0">
              <a:buNone/>
            </a:pPr>
            <a:endParaRPr lang="en-US" sz="1100" dirty="0"/>
          </a:p>
        </p:txBody>
      </p:sp>
      <p:sp>
        <p:nvSpPr>
          <p:cNvPr id="15" name="Text 13"/>
          <p:cNvSpPr txBox="1"/>
          <p:nvPr/>
        </p:nvSpPr>
        <p:spPr>
          <a:xfrm>
            <a:off x="182880" y="4581144"/>
            <a:ext cx="2834640" cy="310896"/>
          </a:xfrm>
          <a:prstGeom prst="rect">
            <a:avLst/>
          </a:prstGeom>
          <a:noFill/>
          <a:ln/>
        </p:spPr>
        <p:txBody>
          <a:bodyPr wrap="square" lIns="0" tIns="0" rIns="0" bIns="0" rtlCol="0" anchor="t"/>
          <a:lstStyle/>
          <a:p>
            <a:pPr marL="0" indent="0">
              <a:buNone/>
            </a:pPr>
            <a:r>
              <a:rPr lang="en-US" sz="1300" b="1" dirty="0">
                <a:solidFill>
                  <a:srgbClr val="F7DF1E"/>
                </a:solidFill>
                <a:latin typeface="Courier New" pitchFamily="34" charset="0"/>
                <a:ea typeface="Courier New" pitchFamily="34" charset="-122"/>
                <a:cs typeface="Courier New" pitchFamily="34" charset="-120"/>
              </a:rPr>
              <a:t>git commit</a:t>
            </a:r>
            <a:endParaRPr lang="en-US" sz="1300" dirty="0"/>
          </a:p>
        </p:txBody>
      </p:sp>
      <p:sp>
        <p:nvSpPr>
          <p:cNvPr id="16" name="Text 14"/>
          <p:cNvSpPr txBox="1"/>
          <p:nvPr/>
        </p:nvSpPr>
        <p:spPr>
          <a:xfrm>
            <a:off x="182880" y="4919472"/>
            <a:ext cx="2834640" cy="310896"/>
          </a:xfrm>
          <a:prstGeom prst="rect">
            <a:avLst/>
          </a:prstGeom>
          <a:noFill/>
          <a:ln/>
        </p:spPr>
        <p:txBody>
          <a:bodyPr wrap="square" lIns="0" tIns="0" rIns="0" bIns="0" rtlCol="0" anchor="t"/>
          <a:lstStyle/>
          <a:p>
            <a:pPr marL="0" indent="0">
              <a:buNone/>
            </a:pPr>
            <a:r>
              <a:rPr lang="en-US" sz="1100" dirty="0">
                <a:solidFill>
                  <a:srgbClr val="8892B0"/>
                </a:solidFill>
                <a:latin typeface="Calibri" pitchFamily="34" charset="0"/>
                <a:ea typeface="Calibri" pitchFamily="34" charset="-122"/>
                <a:cs typeface="Calibri" pitchFamily="34" charset="-120"/>
              </a:rPr>
              <a:t>Save a snapshot</a:t>
            </a:r>
            <a:endParaRPr lang="en-US" sz="1100" dirty="0"/>
          </a:p>
        </p:txBody>
      </p:sp>
      <p:sp>
        <p:nvSpPr>
          <p:cNvPr id="17" name="Shape 15"/>
          <p:cNvSpPr/>
          <p:nvPr/>
        </p:nvSpPr>
        <p:spPr>
          <a:xfrm>
            <a:off x="3337560" y="228600"/>
            <a:ext cx="5577840" cy="4663440"/>
          </a:xfrm>
          <a:prstGeom prst="rect">
            <a:avLst/>
          </a:prstGeom>
          <a:solidFill>
            <a:srgbClr val="0D1117"/>
          </a:solidFill>
          <a:ln w="12700">
            <a:solidFill>
              <a:srgbClr val="30363D"/>
            </a:solidFill>
            <a:prstDash val="solid"/>
          </a:ln>
        </p:spPr>
      </p:sp>
      <p:sp>
        <p:nvSpPr>
          <p:cNvPr id="18" name="Shape 16"/>
          <p:cNvSpPr/>
          <p:nvPr/>
        </p:nvSpPr>
        <p:spPr>
          <a:xfrm>
            <a:off x="3337560" y="228600"/>
            <a:ext cx="5577840" cy="347472"/>
          </a:xfrm>
          <a:prstGeom prst="rect">
            <a:avLst/>
          </a:prstGeom>
          <a:solidFill>
            <a:srgbClr val="161B22"/>
          </a:solidFill>
          <a:ln/>
        </p:spPr>
      </p:sp>
      <p:sp>
        <p:nvSpPr>
          <p:cNvPr id="19" name="Shape 17"/>
          <p:cNvSpPr/>
          <p:nvPr/>
        </p:nvSpPr>
        <p:spPr>
          <a:xfrm>
            <a:off x="3520440" y="329184"/>
            <a:ext cx="109728" cy="109728"/>
          </a:xfrm>
          <a:prstGeom prst="ellipse">
            <a:avLst/>
          </a:prstGeom>
          <a:solidFill>
            <a:srgbClr val="FF5F56"/>
          </a:solidFill>
          <a:ln/>
        </p:spPr>
      </p:sp>
      <p:sp>
        <p:nvSpPr>
          <p:cNvPr id="20" name="Shape 18"/>
          <p:cNvSpPr/>
          <p:nvPr/>
        </p:nvSpPr>
        <p:spPr>
          <a:xfrm>
            <a:off x="3721608" y="329184"/>
            <a:ext cx="109728" cy="109728"/>
          </a:xfrm>
          <a:prstGeom prst="ellipse">
            <a:avLst/>
          </a:prstGeom>
          <a:solidFill>
            <a:srgbClr val="FFBD2E"/>
          </a:solidFill>
          <a:ln/>
        </p:spPr>
      </p:sp>
      <p:sp>
        <p:nvSpPr>
          <p:cNvPr id="21" name="Shape 19"/>
          <p:cNvSpPr/>
          <p:nvPr/>
        </p:nvSpPr>
        <p:spPr>
          <a:xfrm>
            <a:off x="3922776" y="329184"/>
            <a:ext cx="109728" cy="109728"/>
          </a:xfrm>
          <a:prstGeom prst="ellipse">
            <a:avLst/>
          </a:prstGeom>
          <a:solidFill>
            <a:srgbClr val="27C93F"/>
          </a:solidFill>
          <a:ln/>
        </p:spPr>
      </p:sp>
      <p:sp>
        <p:nvSpPr>
          <p:cNvPr id="22" name="Text 20"/>
          <p:cNvSpPr txBox="1"/>
          <p:nvPr/>
        </p:nvSpPr>
        <p:spPr>
          <a:xfrm>
            <a:off x="8046720" y="256032"/>
            <a:ext cx="822960" cy="274320"/>
          </a:xfrm>
          <a:prstGeom prst="rect">
            <a:avLst/>
          </a:prstGeom>
          <a:noFill/>
          <a:ln/>
        </p:spPr>
        <p:txBody>
          <a:bodyPr wrap="square" lIns="0" tIns="0" rIns="0" bIns="0" rtlCol="0" anchor="ctr"/>
          <a:lstStyle/>
          <a:p>
            <a:pPr marL="0" indent="0" algn="r">
              <a:buNone/>
            </a:pPr>
            <a:r>
              <a:rPr lang="en-US" sz="800" dirty="0">
                <a:solidFill>
                  <a:srgbClr val="6E7681"/>
                </a:solidFill>
                <a:latin typeface="Courier New" pitchFamily="34" charset="0"/>
                <a:ea typeface="Courier New" pitchFamily="34" charset="-122"/>
                <a:cs typeface="Courier New" pitchFamily="34" charset="-120"/>
              </a:rPr>
              <a:t>bash</a:t>
            </a:r>
            <a:endParaRPr lang="en-US" sz="800" dirty="0"/>
          </a:p>
        </p:txBody>
      </p:sp>
      <p:sp>
        <p:nvSpPr>
          <p:cNvPr id="23" name="Text 21"/>
          <p:cNvSpPr txBox="1"/>
          <p:nvPr/>
        </p:nvSpPr>
        <p:spPr>
          <a:xfrm>
            <a:off x="3474720" y="658368"/>
            <a:ext cx="5349240" cy="274320"/>
          </a:xfrm>
          <a:prstGeom prst="rect">
            <a:avLst/>
          </a:prstGeom>
          <a:noFill/>
          <a:ln/>
        </p:spPr>
        <p:txBody>
          <a:bodyPr wrap="square" lIns="0" tIns="0" rIns="0" bIns="0" rtlCol="0" anchor="t"/>
          <a:lstStyle/>
          <a:p>
            <a:pPr marL="0" indent="0" algn="l">
              <a:buNone/>
            </a:pPr>
            <a:r>
              <a:rPr lang="en-US" sz="1100" dirty="0">
                <a:solidFill>
                  <a:srgbClr val="6E7681"/>
                </a:solidFill>
                <a:latin typeface="Courier New" pitchFamily="34" charset="0"/>
                <a:ea typeface="Courier New" pitchFamily="34" charset="-122"/>
                <a:cs typeface="Courier New" pitchFamily="34" charset="-120"/>
              </a:rPr>
              <a:t># 1. Create a new local repository</a:t>
            </a:r>
            <a:endParaRPr lang="en-US" sz="1100" dirty="0"/>
          </a:p>
        </p:txBody>
      </p:sp>
      <p:sp>
        <p:nvSpPr>
          <p:cNvPr id="24" name="Text 22"/>
          <p:cNvSpPr txBox="1"/>
          <p:nvPr/>
        </p:nvSpPr>
        <p:spPr>
          <a:xfrm>
            <a:off x="3474720" y="960120"/>
            <a:ext cx="5349240" cy="274320"/>
          </a:xfrm>
          <a:prstGeom prst="rect">
            <a:avLst/>
          </a:prstGeom>
          <a:noFill/>
          <a:ln/>
        </p:spPr>
        <p:txBody>
          <a:bodyPr wrap="square" lIns="0" tIns="0" rIns="0" bIns="0" rtlCol="0" anchor="t"/>
          <a:lstStyle/>
          <a:p>
            <a:pPr marL="0" indent="0" algn="l">
              <a:buNone/>
            </a:pPr>
            <a:r>
              <a:rPr lang="en-US" sz="1100" dirty="0">
                <a:solidFill>
                  <a:srgbClr val="00C896"/>
                </a:solidFill>
                <a:latin typeface="Courier New" pitchFamily="34" charset="0"/>
                <a:ea typeface="Courier New" pitchFamily="34" charset="-122"/>
                <a:cs typeface="Courier New" pitchFamily="34" charset="-120"/>
              </a:rPr>
              <a:t>$ git init my-project</a:t>
            </a:r>
            <a:endParaRPr lang="en-US" sz="1100" dirty="0"/>
          </a:p>
        </p:txBody>
      </p:sp>
      <p:sp>
        <p:nvSpPr>
          <p:cNvPr id="25" name="Text 23"/>
          <p:cNvSpPr txBox="1"/>
          <p:nvPr/>
        </p:nvSpPr>
        <p:spPr>
          <a:xfrm>
            <a:off x="3474720" y="1261872"/>
            <a:ext cx="5349240" cy="274320"/>
          </a:xfrm>
          <a:prstGeom prst="rect">
            <a:avLst/>
          </a:prstGeom>
          <a:noFill/>
          <a:ln/>
        </p:spPr>
        <p:txBody>
          <a:bodyPr wrap="square" lIns="0" tIns="0" rIns="0" bIns="0" rtlCol="0" anchor="t"/>
          <a:lstStyle/>
          <a:p>
            <a:pPr marL="0" indent="0" algn="l">
              <a:buNone/>
            </a:pPr>
            <a:r>
              <a:rPr lang="en-US" sz="1100" dirty="0">
                <a:solidFill>
                  <a:srgbClr val="00C896"/>
                </a:solidFill>
                <a:latin typeface="Courier New" pitchFamily="34" charset="0"/>
                <a:ea typeface="Courier New" pitchFamily="34" charset="-122"/>
                <a:cs typeface="Courier New" pitchFamily="34" charset="-120"/>
              </a:rPr>
              <a:t>$ cd my-project</a:t>
            </a:r>
            <a:endParaRPr lang="en-US" sz="1100" dirty="0"/>
          </a:p>
        </p:txBody>
      </p:sp>
      <p:sp>
        <p:nvSpPr>
          <p:cNvPr id="26" name="Text 24"/>
          <p:cNvSpPr txBox="1"/>
          <p:nvPr/>
        </p:nvSpPr>
        <p:spPr>
          <a:xfrm>
            <a:off x="3474720" y="1563624"/>
            <a:ext cx="5349240" cy="274320"/>
          </a:xfrm>
          <a:prstGeom prst="rect">
            <a:avLst/>
          </a:prstGeom>
          <a:noFill/>
          <a:ln/>
        </p:spPr>
        <p:txBody>
          <a:bodyPr wrap="square" lIns="0" tIns="0" rIns="0" bIns="0" rtlCol="0" anchor="t"/>
          <a:lstStyle/>
          <a:p>
            <a:pPr marL="0" indent="0" algn="l">
              <a:buNone/>
            </a:pPr>
            <a:endParaRPr lang="en-US" sz="1100" dirty="0"/>
          </a:p>
        </p:txBody>
      </p:sp>
      <p:sp>
        <p:nvSpPr>
          <p:cNvPr id="27" name="Text 25"/>
          <p:cNvSpPr txBox="1"/>
          <p:nvPr/>
        </p:nvSpPr>
        <p:spPr>
          <a:xfrm>
            <a:off x="3474720" y="1865376"/>
            <a:ext cx="5349240" cy="274320"/>
          </a:xfrm>
          <a:prstGeom prst="rect">
            <a:avLst/>
          </a:prstGeom>
          <a:noFill/>
          <a:ln/>
        </p:spPr>
        <p:txBody>
          <a:bodyPr wrap="square" lIns="0" tIns="0" rIns="0" bIns="0" rtlCol="0" anchor="t"/>
          <a:lstStyle/>
          <a:p>
            <a:pPr marL="0" indent="0" algn="l">
              <a:buNone/>
            </a:pPr>
            <a:r>
              <a:rPr lang="en-US" sz="1100" dirty="0">
                <a:solidFill>
                  <a:srgbClr val="6E7681"/>
                </a:solidFill>
                <a:latin typeface="Courier New" pitchFamily="34" charset="0"/>
                <a:ea typeface="Courier New" pitchFamily="34" charset="-122"/>
                <a:cs typeface="Courier New" pitchFamily="34" charset="-120"/>
              </a:rPr>
              <a:t># 2. Check current state</a:t>
            </a:r>
            <a:endParaRPr lang="en-US" sz="1100" dirty="0"/>
          </a:p>
        </p:txBody>
      </p:sp>
      <p:sp>
        <p:nvSpPr>
          <p:cNvPr id="28" name="Text 26"/>
          <p:cNvSpPr txBox="1"/>
          <p:nvPr/>
        </p:nvSpPr>
        <p:spPr>
          <a:xfrm>
            <a:off x="3474720" y="2167128"/>
            <a:ext cx="5349240" cy="274320"/>
          </a:xfrm>
          <a:prstGeom prst="rect">
            <a:avLst/>
          </a:prstGeom>
          <a:noFill/>
          <a:ln/>
        </p:spPr>
        <p:txBody>
          <a:bodyPr wrap="square" lIns="0" tIns="0" rIns="0" bIns="0" rtlCol="0" anchor="t"/>
          <a:lstStyle/>
          <a:p>
            <a:pPr marL="0" indent="0" algn="l">
              <a:buNone/>
            </a:pPr>
            <a:r>
              <a:rPr lang="en-US" sz="1100" dirty="0">
                <a:solidFill>
                  <a:srgbClr val="00C896"/>
                </a:solidFill>
                <a:latin typeface="Courier New" pitchFamily="34" charset="0"/>
                <a:ea typeface="Courier New" pitchFamily="34" charset="-122"/>
                <a:cs typeface="Courier New" pitchFamily="34" charset="-120"/>
              </a:rPr>
              <a:t>$ git status</a:t>
            </a:r>
            <a:endParaRPr lang="en-US" sz="1100" dirty="0"/>
          </a:p>
        </p:txBody>
      </p:sp>
      <p:sp>
        <p:nvSpPr>
          <p:cNvPr id="29" name="Text 27"/>
          <p:cNvSpPr txBox="1"/>
          <p:nvPr/>
        </p:nvSpPr>
        <p:spPr>
          <a:xfrm>
            <a:off x="3474720" y="2468880"/>
            <a:ext cx="5349240" cy="274320"/>
          </a:xfrm>
          <a:prstGeom prst="rect">
            <a:avLst/>
          </a:prstGeom>
          <a:noFill/>
          <a:ln/>
        </p:spPr>
        <p:txBody>
          <a:bodyPr wrap="square" lIns="0" tIns="0" rIns="0" bIns="0" rtlCol="0" anchor="t"/>
          <a:lstStyle/>
          <a:p>
            <a:pPr marL="0" indent="0" algn="l">
              <a:buNone/>
            </a:pPr>
            <a:r>
              <a:rPr lang="en-US" sz="1100" dirty="0">
                <a:solidFill>
                  <a:srgbClr val="E5C07B"/>
                </a:solidFill>
                <a:latin typeface="Courier New" pitchFamily="34" charset="0"/>
                <a:ea typeface="Courier New" pitchFamily="34" charset="-122"/>
                <a:cs typeface="Courier New" pitchFamily="34" charset="-120"/>
              </a:rPr>
              <a:t>On branch main — nothing to commit</a:t>
            </a:r>
            <a:endParaRPr lang="en-US" sz="1100" dirty="0"/>
          </a:p>
        </p:txBody>
      </p:sp>
      <p:sp>
        <p:nvSpPr>
          <p:cNvPr id="30" name="Text 28"/>
          <p:cNvSpPr txBox="1"/>
          <p:nvPr/>
        </p:nvSpPr>
        <p:spPr>
          <a:xfrm>
            <a:off x="3474720" y="2770632"/>
            <a:ext cx="5349240" cy="274320"/>
          </a:xfrm>
          <a:prstGeom prst="rect">
            <a:avLst/>
          </a:prstGeom>
          <a:noFill/>
          <a:ln/>
        </p:spPr>
        <p:txBody>
          <a:bodyPr wrap="square" lIns="0" tIns="0" rIns="0" bIns="0" rtlCol="0" anchor="t"/>
          <a:lstStyle/>
          <a:p>
            <a:pPr marL="0" indent="0" algn="l">
              <a:buNone/>
            </a:pPr>
            <a:endParaRPr lang="en-US" sz="1100" dirty="0"/>
          </a:p>
        </p:txBody>
      </p:sp>
      <p:sp>
        <p:nvSpPr>
          <p:cNvPr id="31" name="Text 29"/>
          <p:cNvSpPr txBox="1"/>
          <p:nvPr/>
        </p:nvSpPr>
        <p:spPr>
          <a:xfrm>
            <a:off x="3474720" y="3072384"/>
            <a:ext cx="5349240" cy="274320"/>
          </a:xfrm>
          <a:prstGeom prst="rect">
            <a:avLst/>
          </a:prstGeom>
          <a:noFill/>
          <a:ln/>
        </p:spPr>
        <p:txBody>
          <a:bodyPr wrap="square" lIns="0" tIns="0" rIns="0" bIns="0" rtlCol="0" anchor="t"/>
          <a:lstStyle/>
          <a:p>
            <a:pPr marL="0" indent="0" algn="l">
              <a:buNone/>
            </a:pPr>
            <a:r>
              <a:rPr lang="en-US" sz="1100" dirty="0">
                <a:solidFill>
                  <a:srgbClr val="6E7681"/>
                </a:solidFill>
                <a:latin typeface="Courier New" pitchFamily="34" charset="0"/>
                <a:ea typeface="Courier New" pitchFamily="34" charset="-122"/>
                <a:cs typeface="Courier New" pitchFamily="34" charset="-120"/>
              </a:rPr>
              <a:t># 3. Stage files</a:t>
            </a:r>
            <a:endParaRPr lang="en-US" sz="1100" dirty="0"/>
          </a:p>
        </p:txBody>
      </p:sp>
      <p:sp>
        <p:nvSpPr>
          <p:cNvPr id="32" name="Text 30"/>
          <p:cNvSpPr txBox="1"/>
          <p:nvPr/>
        </p:nvSpPr>
        <p:spPr>
          <a:xfrm>
            <a:off x="3474720" y="3374136"/>
            <a:ext cx="5349240" cy="274320"/>
          </a:xfrm>
          <a:prstGeom prst="rect">
            <a:avLst/>
          </a:prstGeom>
          <a:noFill/>
          <a:ln/>
        </p:spPr>
        <p:txBody>
          <a:bodyPr wrap="square" lIns="0" tIns="0" rIns="0" bIns="0" rtlCol="0" anchor="t"/>
          <a:lstStyle/>
          <a:p>
            <a:pPr marL="0" indent="0" algn="l">
              <a:buNone/>
            </a:pPr>
            <a:r>
              <a:rPr lang="en-US" sz="1100" dirty="0">
                <a:solidFill>
                  <a:srgbClr val="00C896"/>
                </a:solidFill>
                <a:latin typeface="Courier New" pitchFamily="34" charset="0"/>
                <a:ea typeface="Courier New" pitchFamily="34" charset="-122"/>
                <a:cs typeface="Courier New" pitchFamily="34" charset="-120"/>
              </a:rPr>
              <a:t>$ git add index.html    # specific file</a:t>
            </a:r>
            <a:endParaRPr lang="en-US" sz="1100" dirty="0"/>
          </a:p>
        </p:txBody>
      </p:sp>
      <p:sp>
        <p:nvSpPr>
          <p:cNvPr id="33" name="Text 31"/>
          <p:cNvSpPr txBox="1"/>
          <p:nvPr/>
        </p:nvSpPr>
        <p:spPr>
          <a:xfrm>
            <a:off x="3474720" y="3675888"/>
            <a:ext cx="5349240" cy="274320"/>
          </a:xfrm>
          <a:prstGeom prst="rect">
            <a:avLst/>
          </a:prstGeom>
          <a:noFill/>
          <a:ln/>
        </p:spPr>
        <p:txBody>
          <a:bodyPr wrap="square" lIns="0" tIns="0" rIns="0" bIns="0" rtlCol="0" anchor="t"/>
          <a:lstStyle/>
          <a:p>
            <a:pPr marL="0" indent="0" algn="l">
              <a:buNone/>
            </a:pPr>
            <a:r>
              <a:rPr lang="en-US" sz="1100" dirty="0">
                <a:solidFill>
                  <a:srgbClr val="00C896"/>
                </a:solidFill>
                <a:latin typeface="Courier New" pitchFamily="34" charset="0"/>
                <a:ea typeface="Courier New" pitchFamily="34" charset="-122"/>
                <a:cs typeface="Courier New" pitchFamily="34" charset="-120"/>
              </a:rPr>
              <a:t>$ git add .             # all changes</a:t>
            </a:r>
            <a:endParaRPr lang="en-US" sz="1100" dirty="0"/>
          </a:p>
        </p:txBody>
      </p:sp>
      <p:sp>
        <p:nvSpPr>
          <p:cNvPr id="34" name="Text 32"/>
          <p:cNvSpPr txBox="1"/>
          <p:nvPr/>
        </p:nvSpPr>
        <p:spPr>
          <a:xfrm>
            <a:off x="3474720" y="3977640"/>
            <a:ext cx="5349240" cy="274320"/>
          </a:xfrm>
          <a:prstGeom prst="rect">
            <a:avLst/>
          </a:prstGeom>
          <a:noFill/>
          <a:ln/>
        </p:spPr>
        <p:txBody>
          <a:bodyPr wrap="square" lIns="0" tIns="0" rIns="0" bIns="0" rtlCol="0" anchor="t"/>
          <a:lstStyle/>
          <a:p>
            <a:pPr marL="0" indent="0" algn="l">
              <a:buNone/>
            </a:pPr>
            <a:endParaRPr lang="en-US" sz="1100" dirty="0"/>
          </a:p>
        </p:txBody>
      </p:sp>
      <p:sp>
        <p:nvSpPr>
          <p:cNvPr id="35" name="Text 33"/>
          <p:cNvSpPr txBox="1"/>
          <p:nvPr/>
        </p:nvSpPr>
        <p:spPr>
          <a:xfrm>
            <a:off x="3474720" y="4279392"/>
            <a:ext cx="5349240" cy="274320"/>
          </a:xfrm>
          <a:prstGeom prst="rect">
            <a:avLst/>
          </a:prstGeom>
          <a:noFill/>
          <a:ln/>
        </p:spPr>
        <p:txBody>
          <a:bodyPr wrap="square" lIns="0" tIns="0" rIns="0" bIns="0" rtlCol="0" anchor="t"/>
          <a:lstStyle/>
          <a:p>
            <a:pPr marL="0" indent="0" algn="l">
              <a:buNone/>
            </a:pPr>
            <a:r>
              <a:rPr lang="en-US" sz="1100" dirty="0">
                <a:solidFill>
                  <a:srgbClr val="6E7681"/>
                </a:solidFill>
                <a:latin typeface="Courier New" pitchFamily="34" charset="0"/>
                <a:ea typeface="Courier New" pitchFamily="34" charset="-122"/>
                <a:cs typeface="Courier New" pitchFamily="34" charset="-120"/>
              </a:rPr>
              <a:t># 4. Commit with message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p:spPr>
      </p:sp>
      <p:sp>
        <p:nvSpPr>
          <p:cNvPr id="3" name="Shape 1"/>
          <p:cNvSpPr/>
          <p:nvPr/>
        </p:nvSpPr>
        <p:spPr>
          <a:xfrm>
            <a:off x="0" y="0"/>
            <a:ext cx="3200400" cy="5143500"/>
          </a:xfrm>
          <a:prstGeom prst="rect">
            <a:avLst/>
          </a:prstGeom>
          <a:solidFill>
            <a:srgbClr val="1A2540"/>
          </a:solidFill>
          <a:ln/>
        </p:spPr>
      </p:sp>
      <p:sp>
        <p:nvSpPr>
          <p:cNvPr id="4" name="Text 2"/>
          <p:cNvSpPr txBox="1"/>
          <p:nvPr/>
        </p:nvSpPr>
        <p:spPr>
          <a:xfrm>
            <a:off x="182880" y="228600"/>
            <a:ext cx="2834640" cy="914400"/>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Viewing</a:t>
            </a:r>
            <a:endParaRPr lang="en-US" sz="2000" dirty="0"/>
          </a:p>
          <a:p>
            <a:pPr marL="0" indent="0">
              <a:buNone/>
            </a:pPr>
            <a:r>
              <a:rPr lang="en-US" sz="2000" b="1" dirty="0">
                <a:solidFill>
                  <a:srgbClr val="FFFFFF"/>
                </a:solidFill>
                <a:latin typeface="Calibri" pitchFamily="34" charset="0"/>
                <a:ea typeface="Calibri" pitchFamily="34" charset="-122"/>
                <a:cs typeface="Calibri" pitchFamily="34" charset="-120"/>
              </a:rPr>
              <a:t>History</a:t>
            </a:r>
            <a:endParaRPr lang="en-US" sz="2000" dirty="0"/>
          </a:p>
        </p:txBody>
      </p:sp>
      <p:sp>
        <p:nvSpPr>
          <p:cNvPr id="5" name="Shape 3"/>
          <p:cNvSpPr/>
          <p:nvPr/>
        </p:nvSpPr>
        <p:spPr>
          <a:xfrm>
            <a:off x="182880" y="1170432"/>
            <a:ext cx="2560320" cy="45720"/>
          </a:xfrm>
          <a:prstGeom prst="rect">
            <a:avLst/>
          </a:prstGeom>
          <a:solidFill>
            <a:srgbClr val="F7DF1E"/>
          </a:solidFill>
          <a:ln/>
        </p:spPr>
      </p:sp>
      <p:sp>
        <p:nvSpPr>
          <p:cNvPr id="6" name="Text 4"/>
          <p:cNvSpPr txBox="1"/>
          <p:nvPr/>
        </p:nvSpPr>
        <p:spPr>
          <a:xfrm>
            <a:off x="182880" y="1261872"/>
            <a:ext cx="2834640" cy="274320"/>
          </a:xfrm>
          <a:prstGeom prst="rect">
            <a:avLst/>
          </a:prstGeom>
          <a:noFill/>
          <a:ln/>
        </p:spPr>
        <p:txBody>
          <a:bodyPr wrap="square" lIns="0" tIns="0" rIns="0" bIns="0" rtlCol="0" anchor="t"/>
          <a:lstStyle/>
          <a:p>
            <a:pPr marL="0" indent="0">
              <a:buNone/>
            </a:pPr>
            <a:r>
              <a:rPr lang="en-US" sz="1200" b="1" dirty="0">
                <a:solidFill>
                  <a:srgbClr val="F7DF1E"/>
                </a:solidFill>
                <a:latin typeface="Courier New" pitchFamily="34" charset="0"/>
                <a:ea typeface="Courier New" pitchFamily="34" charset="-122"/>
                <a:cs typeface="Courier New" pitchFamily="34" charset="-120"/>
              </a:rPr>
              <a:t>▶ git log</a:t>
            </a:r>
            <a:endParaRPr lang="en-US" sz="1200" dirty="0"/>
          </a:p>
        </p:txBody>
      </p:sp>
      <p:sp>
        <p:nvSpPr>
          <p:cNvPr id="7" name="Text 5"/>
          <p:cNvSpPr txBox="1"/>
          <p:nvPr/>
        </p:nvSpPr>
        <p:spPr>
          <a:xfrm>
            <a:off x="182880" y="1563624"/>
            <a:ext cx="2834640" cy="274320"/>
          </a:xfrm>
          <a:prstGeom prst="rect">
            <a:avLst/>
          </a:prstGeom>
          <a:noFill/>
          <a:ln/>
        </p:spPr>
        <p:txBody>
          <a:bodyPr wrap="square" lIns="0" tIns="0" rIns="0" bIns="0" rtlCol="0" anchor="t"/>
          <a:lstStyle/>
          <a:p>
            <a:pPr marL="0" indent="0">
              <a:buNone/>
            </a:pPr>
            <a:r>
              <a:rPr lang="en-US" sz="1100" dirty="0">
                <a:solidFill>
                  <a:srgbClr val="8892B0"/>
                </a:solidFill>
                <a:latin typeface="Calibri" pitchFamily="34" charset="0"/>
                <a:ea typeface="Calibri" pitchFamily="34" charset="-122"/>
                <a:cs typeface="Calibri" pitchFamily="34" charset="-120"/>
              </a:rPr>
              <a:t>Show all commits</a:t>
            </a:r>
            <a:endParaRPr lang="en-US" sz="1100" dirty="0"/>
          </a:p>
        </p:txBody>
      </p:sp>
      <p:sp>
        <p:nvSpPr>
          <p:cNvPr id="8" name="Text 6"/>
          <p:cNvSpPr txBox="1"/>
          <p:nvPr/>
        </p:nvSpPr>
        <p:spPr>
          <a:xfrm>
            <a:off x="182880" y="1865376"/>
            <a:ext cx="2834640" cy="274320"/>
          </a:xfrm>
          <a:prstGeom prst="rect">
            <a:avLst/>
          </a:prstGeom>
          <a:noFill/>
          <a:ln/>
        </p:spPr>
        <p:txBody>
          <a:bodyPr wrap="square" lIns="0" tIns="0" rIns="0" bIns="0" rtlCol="0" anchor="t"/>
          <a:lstStyle/>
          <a:p>
            <a:pPr marL="0" indent="0">
              <a:buNone/>
            </a:pPr>
            <a:r>
              <a:rPr lang="en-US" sz="1100" dirty="0">
                <a:solidFill>
                  <a:srgbClr val="8892B0"/>
                </a:solidFill>
                <a:latin typeface="Calibri" pitchFamily="34" charset="0"/>
                <a:ea typeface="Calibri" pitchFamily="34" charset="-122"/>
                <a:cs typeface="Calibri" pitchFamily="34" charset="-120"/>
              </a:rPr>
              <a:t>with hash + message</a:t>
            </a:r>
            <a:endParaRPr lang="en-US" sz="1100" dirty="0"/>
          </a:p>
        </p:txBody>
      </p:sp>
      <p:sp>
        <p:nvSpPr>
          <p:cNvPr id="9" name="Text 7"/>
          <p:cNvSpPr txBox="1"/>
          <p:nvPr/>
        </p:nvSpPr>
        <p:spPr>
          <a:xfrm>
            <a:off x="182880" y="2167128"/>
            <a:ext cx="2834640" cy="274320"/>
          </a:xfrm>
          <a:prstGeom prst="rect">
            <a:avLst/>
          </a:prstGeom>
          <a:noFill/>
          <a:ln/>
        </p:spPr>
        <p:txBody>
          <a:bodyPr wrap="square" lIns="0" tIns="0" rIns="0" bIns="0" rtlCol="0" anchor="t"/>
          <a:lstStyle/>
          <a:p>
            <a:pPr marL="0" indent="0">
              <a:buNone/>
            </a:pPr>
            <a:endParaRPr lang="en-US" sz="1100" dirty="0"/>
          </a:p>
        </p:txBody>
      </p:sp>
      <p:sp>
        <p:nvSpPr>
          <p:cNvPr id="10" name="Text 8"/>
          <p:cNvSpPr txBox="1"/>
          <p:nvPr/>
        </p:nvSpPr>
        <p:spPr>
          <a:xfrm>
            <a:off x="182880" y="2468880"/>
            <a:ext cx="2834640" cy="274320"/>
          </a:xfrm>
          <a:prstGeom prst="rect">
            <a:avLst/>
          </a:prstGeom>
          <a:noFill/>
          <a:ln/>
        </p:spPr>
        <p:txBody>
          <a:bodyPr wrap="square" lIns="0" tIns="0" rIns="0" bIns="0" rtlCol="0" anchor="t"/>
          <a:lstStyle/>
          <a:p>
            <a:pPr marL="0" indent="0">
              <a:buNone/>
            </a:pPr>
            <a:endParaRPr lang="en-US" sz="1100" dirty="0"/>
          </a:p>
        </p:txBody>
      </p:sp>
      <p:sp>
        <p:nvSpPr>
          <p:cNvPr id="11" name="Text 9"/>
          <p:cNvSpPr txBox="1"/>
          <p:nvPr/>
        </p:nvSpPr>
        <p:spPr>
          <a:xfrm>
            <a:off x="182880" y="2770632"/>
            <a:ext cx="2834640" cy="274320"/>
          </a:xfrm>
          <a:prstGeom prst="rect">
            <a:avLst/>
          </a:prstGeom>
          <a:noFill/>
          <a:ln/>
        </p:spPr>
        <p:txBody>
          <a:bodyPr wrap="square" lIns="0" tIns="0" rIns="0" bIns="0" rtlCol="0" anchor="t"/>
          <a:lstStyle/>
          <a:p>
            <a:pPr marL="0" indent="0">
              <a:buNone/>
            </a:pPr>
            <a:r>
              <a:rPr lang="en-US" sz="1200" b="1" dirty="0">
                <a:solidFill>
                  <a:srgbClr val="F7DF1E"/>
                </a:solidFill>
                <a:latin typeface="Courier New" pitchFamily="34" charset="0"/>
                <a:ea typeface="Courier New" pitchFamily="34" charset="-122"/>
                <a:cs typeface="Courier New" pitchFamily="34" charset="-120"/>
              </a:rPr>
              <a:t>▶ git log --oneline</a:t>
            </a:r>
            <a:endParaRPr lang="en-US" sz="1200" dirty="0"/>
          </a:p>
        </p:txBody>
      </p:sp>
      <p:sp>
        <p:nvSpPr>
          <p:cNvPr id="12" name="Text 10"/>
          <p:cNvSpPr txBox="1"/>
          <p:nvPr/>
        </p:nvSpPr>
        <p:spPr>
          <a:xfrm>
            <a:off x="182880" y="3072384"/>
            <a:ext cx="2834640" cy="274320"/>
          </a:xfrm>
          <a:prstGeom prst="rect">
            <a:avLst/>
          </a:prstGeom>
          <a:noFill/>
          <a:ln/>
        </p:spPr>
        <p:txBody>
          <a:bodyPr wrap="square" lIns="0" tIns="0" rIns="0" bIns="0" rtlCol="0" anchor="t"/>
          <a:lstStyle/>
          <a:p>
            <a:pPr marL="0" indent="0">
              <a:buNone/>
            </a:pPr>
            <a:r>
              <a:rPr lang="en-US" sz="1100" dirty="0">
                <a:solidFill>
                  <a:srgbClr val="8892B0"/>
                </a:solidFill>
                <a:latin typeface="Calibri" pitchFamily="34" charset="0"/>
                <a:ea typeface="Calibri" pitchFamily="34" charset="-122"/>
                <a:cs typeface="Calibri" pitchFamily="34" charset="-120"/>
              </a:rPr>
              <a:t>Compact one-line</a:t>
            </a:r>
            <a:endParaRPr lang="en-US" sz="1100" dirty="0"/>
          </a:p>
        </p:txBody>
      </p:sp>
      <p:sp>
        <p:nvSpPr>
          <p:cNvPr id="13" name="Text 11"/>
          <p:cNvSpPr txBox="1"/>
          <p:nvPr/>
        </p:nvSpPr>
        <p:spPr>
          <a:xfrm>
            <a:off x="182880" y="3374136"/>
            <a:ext cx="2834640" cy="274320"/>
          </a:xfrm>
          <a:prstGeom prst="rect">
            <a:avLst/>
          </a:prstGeom>
          <a:noFill/>
          <a:ln/>
        </p:spPr>
        <p:txBody>
          <a:bodyPr wrap="square" lIns="0" tIns="0" rIns="0" bIns="0" rtlCol="0" anchor="t"/>
          <a:lstStyle/>
          <a:p>
            <a:pPr marL="0" indent="0">
              <a:buNone/>
            </a:pPr>
            <a:r>
              <a:rPr lang="en-US" sz="1100" dirty="0">
                <a:solidFill>
                  <a:srgbClr val="8892B0"/>
                </a:solidFill>
                <a:latin typeface="Calibri" pitchFamily="34" charset="0"/>
                <a:ea typeface="Calibri" pitchFamily="34" charset="-122"/>
                <a:cs typeface="Calibri" pitchFamily="34" charset="-120"/>
              </a:rPr>
              <a:t>per commit</a:t>
            </a:r>
            <a:endParaRPr lang="en-US" sz="1100" dirty="0"/>
          </a:p>
        </p:txBody>
      </p:sp>
      <p:sp>
        <p:nvSpPr>
          <p:cNvPr id="14" name="Text 12"/>
          <p:cNvSpPr txBox="1"/>
          <p:nvPr/>
        </p:nvSpPr>
        <p:spPr>
          <a:xfrm>
            <a:off x="182880" y="3675888"/>
            <a:ext cx="2834640" cy="274320"/>
          </a:xfrm>
          <a:prstGeom prst="rect">
            <a:avLst/>
          </a:prstGeom>
          <a:noFill/>
          <a:ln/>
        </p:spPr>
        <p:txBody>
          <a:bodyPr wrap="square" lIns="0" tIns="0" rIns="0" bIns="0" rtlCol="0" anchor="t"/>
          <a:lstStyle/>
          <a:p>
            <a:pPr marL="0" indent="0">
              <a:buNone/>
            </a:pPr>
            <a:endParaRPr lang="en-US" sz="1100" dirty="0"/>
          </a:p>
        </p:txBody>
      </p:sp>
      <p:sp>
        <p:nvSpPr>
          <p:cNvPr id="15" name="Text 13"/>
          <p:cNvSpPr txBox="1"/>
          <p:nvPr/>
        </p:nvSpPr>
        <p:spPr>
          <a:xfrm>
            <a:off x="182880" y="3977640"/>
            <a:ext cx="2834640" cy="274320"/>
          </a:xfrm>
          <a:prstGeom prst="rect">
            <a:avLst/>
          </a:prstGeom>
          <a:noFill/>
          <a:ln/>
        </p:spPr>
        <p:txBody>
          <a:bodyPr wrap="square" lIns="0" tIns="0" rIns="0" bIns="0" rtlCol="0" anchor="t"/>
          <a:lstStyle/>
          <a:p>
            <a:pPr marL="0" indent="0">
              <a:buNone/>
            </a:pPr>
            <a:endParaRPr lang="en-US" sz="1100" dirty="0"/>
          </a:p>
        </p:txBody>
      </p:sp>
      <p:sp>
        <p:nvSpPr>
          <p:cNvPr id="16" name="Text 14"/>
          <p:cNvSpPr txBox="1"/>
          <p:nvPr/>
        </p:nvSpPr>
        <p:spPr>
          <a:xfrm>
            <a:off x="182880" y="4279392"/>
            <a:ext cx="2834640" cy="274320"/>
          </a:xfrm>
          <a:prstGeom prst="rect">
            <a:avLst/>
          </a:prstGeom>
          <a:noFill/>
          <a:ln/>
        </p:spPr>
        <p:txBody>
          <a:bodyPr wrap="square" lIns="0" tIns="0" rIns="0" bIns="0" rtlCol="0" anchor="t"/>
          <a:lstStyle/>
          <a:p>
            <a:pPr marL="0" indent="0">
              <a:buNone/>
            </a:pPr>
            <a:r>
              <a:rPr lang="en-US" sz="1200" b="1" dirty="0">
                <a:solidFill>
                  <a:srgbClr val="F7DF1E"/>
                </a:solidFill>
                <a:latin typeface="Courier New" pitchFamily="34" charset="0"/>
                <a:ea typeface="Courier New" pitchFamily="34" charset="-122"/>
                <a:cs typeface="Courier New" pitchFamily="34" charset="-120"/>
              </a:rPr>
              <a:t>▶ git diff</a:t>
            </a:r>
            <a:endParaRPr lang="en-US" sz="1200" dirty="0"/>
          </a:p>
        </p:txBody>
      </p:sp>
      <p:sp>
        <p:nvSpPr>
          <p:cNvPr id="17" name="Text 15"/>
          <p:cNvSpPr txBox="1"/>
          <p:nvPr/>
        </p:nvSpPr>
        <p:spPr>
          <a:xfrm>
            <a:off x="182880" y="4581144"/>
            <a:ext cx="2834640" cy="274320"/>
          </a:xfrm>
          <a:prstGeom prst="rect">
            <a:avLst/>
          </a:prstGeom>
          <a:noFill/>
          <a:ln/>
        </p:spPr>
        <p:txBody>
          <a:bodyPr wrap="square" lIns="0" tIns="0" rIns="0" bIns="0" rtlCol="0" anchor="t"/>
          <a:lstStyle/>
          <a:p>
            <a:pPr marL="0" indent="0">
              <a:buNone/>
            </a:pPr>
            <a:r>
              <a:rPr lang="en-US" sz="1100" dirty="0">
                <a:solidFill>
                  <a:srgbClr val="8892B0"/>
                </a:solidFill>
                <a:latin typeface="Calibri" pitchFamily="34" charset="0"/>
                <a:ea typeface="Calibri" pitchFamily="34" charset="-122"/>
                <a:cs typeface="Calibri" pitchFamily="34" charset="-120"/>
              </a:rPr>
              <a:t>Show exactly what</a:t>
            </a:r>
            <a:endParaRPr lang="en-US" sz="1100" dirty="0"/>
          </a:p>
        </p:txBody>
      </p:sp>
      <p:sp>
        <p:nvSpPr>
          <p:cNvPr id="18" name="Text 16"/>
          <p:cNvSpPr txBox="1"/>
          <p:nvPr/>
        </p:nvSpPr>
        <p:spPr>
          <a:xfrm>
            <a:off x="182880" y="4882896"/>
            <a:ext cx="2834640" cy="274320"/>
          </a:xfrm>
          <a:prstGeom prst="rect">
            <a:avLst/>
          </a:prstGeom>
          <a:noFill/>
          <a:ln/>
        </p:spPr>
        <p:txBody>
          <a:bodyPr wrap="square" lIns="0" tIns="0" rIns="0" bIns="0" rtlCol="0" anchor="t"/>
          <a:lstStyle/>
          <a:p>
            <a:pPr marL="0" indent="0">
              <a:buNone/>
            </a:pPr>
            <a:r>
              <a:rPr lang="en-US" sz="1100" dirty="0">
                <a:solidFill>
                  <a:srgbClr val="8892B0"/>
                </a:solidFill>
                <a:latin typeface="Calibri" pitchFamily="34" charset="0"/>
                <a:ea typeface="Calibri" pitchFamily="34" charset="-122"/>
                <a:cs typeface="Calibri" pitchFamily="34" charset="-120"/>
              </a:rPr>
              <a:t>lines changed</a:t>
            </a:r>
            <a:endParaRPr lang="en-US" sz="1100" dirty="0"/>
          </a:p>
        </p:txBody>
      </p:sp>
      <p:sp>
        <p:nvSpPr>
          <p:cNvPr id="19" name="Shape 17"/>
          <p:cNvSpPr/>
          <p:nvPr/>
        </p:nvSpPr>
        <p:spPr>
          <a:xfrm>
            <a:off x="3337560" y="228600"/>
            <a:ext cx="5577840" cy="4663440"/>
          </a:xfrm>
          <a:prstGeom prst="rect">
            <a:avLst/>
          </a:prstGeom>
          <a:solidFill>
            <a:srgbClr val="0D1117"/>
          </a:solidFill>
          <a:ln w="12700">
            <a:solidFill>
              <a:srgbClr val="30363D"/>
            </a:solidFill>
            <a:prstDash val="solid"/>
          </a:ln>
        </p:spPr>
      </p:sp>
      <p:sp>
        <p:nvSpPr>
          <p:cNvPr id="20" name="Shape 18"/>
          <p:cNvSpPr/>
          <p:nvPr/>
        </p:nvSpPr>
        <p:spPr>
          <a:xfrm>
            <a:off x="3337560" y="228600"/>
            <a:ext cx="5577840" cy="347472"/>
          </a:xfrm>
          <a:prstGeom prst="rect">
            <a:avLst/>
          </a:prstGeom>
          <a:solidFill>
            <a:srgbClr val="161B22"/>
          </a:solidFill>
          <a:ln/>
        </p:spPr>
      </p:sp>
      <p:sp>
        <p:nvSpPr>
          <p:cNvPr id="21" name="Shape 19"/>
          <p:cNvSpPr/>
          <p:nvPr/>
        </p:nvSpPr>
        <p:spPr>
          <a:xfrm>
            <a:off x="3520440" y="329184"/>
            <a:ext cx="109728" cy="109728"/>
          </a:xfrm>
          <a:prstGeom prst="ellipse">
            <a:avLst/>
          </a:prstGeom>
          <a:solidFill>
            <a:srgbClr val="FF5F56"/>
          </a:solidFill>
          <a:ln/>
        </p:spPr>
      </p:sp>
      <p:sp>
        <p:nvSpPr>
          <p:cNvPr id="22" name="Shape 20"/>
          <p:cNvSpPr/>
          <p:nvPr/>
        </p:nvSpPr>
        <p:spPr>
          <a:xfrm>
            <a:off x="3721608" y="329184"/>
            <a:ext cx="109728" cy="109728"/>
          </a:xfrm>
          <a:prstGeom prst="ellipse">
            <a:avLst/>
          </a:prstGeom>
          <a:solidFill>
            <a:srgbClr val="FFBD2E"/>
          </a:solidFill>
          <a:ln/>
        </p:spPr>
      </p:sp>
      <p:sp>
        <p:nvSpPr>
          <p:cNvPr id="23" name="Shape 21"/>
          <p:cNvSpPr/>
          <p:nvPr/>
        </p:nvSpPr>
        <p:spPr>
          <a:xfrm>
            <a:off x="3922776" y="329184"/>
            <a:ext cx="109728" cy="109728"/>
          </a:xfrm>
          <a:prstGeom prst="ellipse">
            <a:avLst/>
          </a:prstGeom>
          <a:solidFill>
            <a:srgbClr val="27C93F"/>
          </a:solidFill>
          <a:ln/>
        </p:spPr>
      </p:sp>
      <p:sp>
        <p:nvSpPr>
          <p:cNvPr id="24" name="Text 22"/>
          <p:cNvSpPr txBox="1"/>
          <p:nvPr/>
        </p:nvSpPr>
        <p:spPr>
          <a:xfrm>
            <a:off x="3474720" y="658368"/>
            <a:ext cx="5349240" cy="292608"/>
          </a:xfrm>
          <a:prstGeom prst="rect">
            <a:avLst/>
          </a:prstGeom>
          <a:noFill/>
          <a:ln/>
        </p:spPr>
        <p:txBody>
          <a:bodyPr wrap="square" lIns="0" tIns="0" rIns="0" bIns="0" rtlCol="0" anchor="t"/>
          <a:lstStyle/>
          <a:p>
            <a:pPr marL="0" indent="0" algn="l">
              <a:buNone/>
            </a:pPr>
            <a:r>
              <a:rPr lang="en-US" sz="1100" dirty="0">
                <a:solidFill>
                  <a:srgbClr val="00C896"/>
                </a:solidFill>
                <a:latin typeface="Courier New" pitchFamily="34" charset="0"/>
                <a:ea typeface="Courier New" pitchFamily="34" charset="-122"/>
                <a:cs typeface="Courier New" pitchFamily="34" charset="-120"/>
              </a:rPr>
              <a:t>$ git log</a:t>
            </a:r>
            <a:endParaRPr lang="en-US" sz="1100" dirty="0"/>
          </a:p>
        </p:txBody>
      </p:sp>
      <p:sp>
        <p:nvSpPr>
          <p:cNvPr id="25" name="Text 23"/>
          <p:cNvSpPr txBox="1"/>
          <p:nvPr/>
        </p:nvSpPr>
        <p:spPr>
          <a:xfrm>
            <a:off x="3474720" y="978408"/>
            <a:ext cx="5349240" cy="292608"/>
          </a:xfrm>
          <a:prstGeom prst="rect">
            <a:avLst/>
          </a:prstGeom>
          <a:noFill/>
          <a:ln/>
        </p:spPr>
        <p:txBody>
          <a:bodyPr wrap="square" lIns="0" tIns="0" rIns="0" bIns="0" rtlCol="0" anchor="t"/>
          <a:lstStyle/>
          <a:p>
            <a:pPr marL="0" indent="0" algn="l">
              <a:buNone/>
            </a:pPr>
            <a:r>
              <a:rPr lang="en-US" sz="1100" dirty="0">
                <a:solidFill>
                  <a:srgbClr val="C678DD"/>
                </a:solidFill>
                <a:latin typeface="Courier New" pitchFamily="34" charset="0"/>
                <a:ea typeface="Courier New" pitchFamily="34" charset="-122"/>
                <a:cs typeface="Courier New" pitchFamily="34" charset="-120"/>
              </a:rPr>
              <a:t>commit a3f9b12 (HEAD -&gt; main)</a:t>
            </a:r>
            <a:endParaRPr lang="en-US" sz="1100" dirty="0"/>
          </a:p>
        </p:txBody>
      </p:sp>
      <p:sp>
        <p:nvSpPr>
          <p:cNvPr id="26" name="Text 24"/>
          <p:cNvSpPr txBox="1"/>
          <p:nvPr/>
        </p:nvSpPr>
        <p:spPr>
          <a:xfrm>
            <a:off x="3474720" y="1298448"/>
            <a:ext cx="5349240" cy="292608"/>
          </a:xfrm>
          <a:prstGeom prst="rect">
            <a:avLst/>
          </a:prstGeom>
          <a:noFill/>
          <a:ln/>
        </p:spPr>
        <p:txBody>
          <a:bodyPr wrap="square" lIns="0" tIns="0" rIns="0" bIns="0" rtlCol="0" anchor="t"/>
          <a:lstStyle/>
          <a:p>
            <a:pPr marL="0" indent="0" algn="l">
              <a:buNone/>
            </a:pPr>
            <a:r>
              <a:rPr lang="en-US" sz="1100" dirty="0">
                <a:solidFill>
                  <a:srgbClr val="8892B0"/>
                </a:solidFill>
                <a:latin typeface="Courier New" pitchFamily="34" charset="0"/>
                <a:ea typeface="Courier New" pitchFamily="34" charset="-122"/>
                <a:cs typeface="Courier New" pitchFamily="34" charset="-120"/>
              </a:rPr>
              <a:t>Author: Juma &lt;juma@gachon.ac.kr&gt;</a:t>
            </a:r>
            <a:endParaRPr lang="en-US" sz="1100" dirty="0"/>
          </a:p>
        </p:txBody>
      </p:sp>
      <p:sp>
        <p:nvSpPr>
          <p:cNvPr id="27" name="Text 25"/>
          <p:cNvSpPr txBox="1"/>
          <p:nvPr/>
        </p:nvSpPr>
        <p:spPr>
          <a:xfrm>
            <a:off x="3474720" y="1618488"/>
            <a:ext cx="5349240" cy="292608"/>
          </a:xfrm>
          <a:prstGeom prst="rect">
            <a:avLst/>
          </a:prstGeom>
          <a:noFill/>
          <a:ln/>
        </p:spPr>
        <p:txBody>
          <a:bodyPr wrap="square" lIns="0" tIns="0" rIns="0" bIns="0" rtlCol="0" anchor="t"/>
          <a:lstStyle/>
          <a:p>
            <a:pPr marL="0" indent="0" algn="l">
              <a:buNone/>
            </a:pPr>
            <a:r>
              <a:rPr lang="en-US" sz="1100" dirty="0">
                <a:solidFill>
                  <a:srgbClr val="8892B0"/>
                </a:solidFill>
                <a:latin typeface="Courier New" pitchFamily="34" charset="0"/>
                <a:ea typeface="Courier New" pitchFamily="34" charset="-122"/>
                <a:cs typeface="Courier New" pitchFamily="34" charset="-120"/>
              </a:rPr>
              <a:t>Date: Oct 27 09:15:23 2026</a:t>
            </a:r>
            <a:endParaRPr lang="en-US" sz="1100" dirty="0"/>
          </a:p>
        </p:txBody>
      </p:sp>
      <p:sp>
        <p:nvSpPr>
          <p:cNvPr id="28" name="Text 26"/>
          <p:cNvSpPr txBox="1"/>
          <p:nvPr/>
        </p:nvSpPr>
        <p:spPr>
          <a:xfrm>
            <a:off x="3474720" y="1938528"/>
            <a:ext cx="5349240" cy="292608"/>
          </a:xfrm>
          <a:prstGeom prst="rect">
            <a:avLst/>
          </a:prstGeom>
          <a:noFill/>
          <a:ln/>
        </p:spPr>
        <p:txBody>
          <a:bodyPr wrap="square" lIns="0" tIns="0" rIns="0" bIns="0" rtlCol="0" anchor="t"/>
          <a:lstStyle/>
          <a:p>
            <a:pPr marL="0" indent="0" algn="l">
              <a:buNone/>
            </a:pPr>
            <a:r>
              <a:rPr lang="en-US" sz="1100" dirty="0">
                <a:solidFill>
                  <a:srgbClr val="E5C07B"/>
                </a:solidFill>
                <a:latin typeface="Courier New" pitchFamily="34" charset="0"/>
                <a:ea typeface="Courier New" pitchFamily="34" charset="-122"/>
                <a:cs typeface="Courier New" pitchFamily="34" charset="-120"/>
              </a:rPr>
              <a:t>    Add search feature to Book App</a:t>
            </a:r>
            <a:endParaRPr lang="en-US" sz="1100" dirty="0"/>
          </a:p>
        </p:txBody>
      </p:sp>
      <p:sp>
        <p:nvSpPr>
          <p:cNvPr id="29" name="Text 27"/>
          <p:cNvSpPr txBox="1"/>
          <p:nvPr/>
        </p:nvSpPr>
        <p:spPr>
          <a:xfrm>
            <a:off x="3474720" y="2258568"/>
            <a:ext cx="5349240" cy="292608"/>
          </a:xfrm>
          <a:prstGeom prst="rect">
            <a:avLst/>
          </a:prstGeom>
          <a:noFill/>
          <a:ln/>
        </p:spPr>
        <p:txBody>
          <a:bodyPr wrap="square" lIns="0" tIns="0" rIns="0" bIns="0" rtlCol="0" anchor="t"/>
          <a:lstStyle/>
          <a:p>
            <a:pPr marL="0" indent="0" algn="l">
              <a:buNone/>
            </a:pPr>
            <a:endParaRPr lang="en-US" sz="1100" dirty="0"/>
          </a:p>
        </p:txBody>
      </p:sp>
      <p:sp>
        <p:nvSpPr>
          <p:cNvPr id="30" name="Text 28"/>
          <p:cNvSpPr txBox="1"/>
          <p:nvPr/>
        </p:nvSpPr>
        <p:spPr>
          <a:xfrm>
            <a:off x="3474720" y="2578608"/>
            <a:ext cx="5349240" cy="292608"/>
          </a:xfrm>
          <a:prstGeom prst="rect">
            <a:avLst/>
          </a:prstGeom>
          <a:noFill/>
          <a:ln/>
        </p:spPr>
        <p:txBody>
          <a:bodyPr wrap="square" lIns="0" tIns="0" rIns="0" bIns="0" rtlCol="0" anchor="t"/>
          <a:lstStyle/>
          <a:p>
            <a:pPr marL="0" indent="0" algn="l">
              <a:buNone/>
            </a:pPr>
            <a:r>
              <a:rPr lang="en-US" sz="1100" dirty="0">
                <a:solidFill>
                  <a:srgbClr val="00C896"/>
                </a:solidFill>
                <a:latin typeface="Courier New" pitchFamily="34" charset="0"/>
                <a:ea typeface="Courier New" pitchFamily="34" charset="-122"/>
                <a:cs typeface="Courier New" pitchFamily="34" charset="-120"/>
              </a:rPr>
              <a:t>$ git log --oneline</a:t>
            </a:r>
            <a:endParaRPr lang="en-US" sz="1100" dirty="0"/>
          </a:p>
        </p:txBody>
      </p:sp>
      <p:sp>
        <p:nvSpPr>
          <p:cNvPr id="31" name="Text 29"/>
          <p:cNvSpPr txBox="1"/>
          <p:nvPr/>
        </p:nvSpPr>
        <p:spPr>
          <a:xfrm>
            <a:off x="3474720" y="2898648"/>
            <a:ext cx="5349240" cy="292608"/>
          </a:xfrm>
          <a:prstGeom prst="rect">
            <a:avLst/>
          </a:prstGeom>
          <a:noFill/>
          <a:ln/>
        </p:spPr>
        <p:txBody>
          <a:bodyPr wrap="square" lIns="0" tIns="0" rIns="0" bIns="0" rtlCol="0" anchor="t"/>
          <a:lstStyle/>
          <a:p>
            <a:pPr marL="0" indent="0" algn="l">
              <a:buNone/>
            </a:pPr>
            <a:r>
              <a:rPr lang="en-US" sz="1100" dirty="0">
                <a:solidFill>
                  <a:srgbClr val="FFFFFF"/>
                </a:solidFill>
                <a:latin typeface="Courier New" pitchFamily="34" charset="0"/>
                <a:ea typeface="Courier New" pitchFamily="34" charset="-122"/>
                <a:cs typeface="Courier New" pitchFamily="34" charset="-120"/>
              </a:rPr>
              <a:t>a3f9b12 Add search feature to Book App</a:t>
            </a:r>
            <a:endParaRPr lang="en-US" sz="1100" dirty="0"/>
          </a:p>
        </p:txBody>
      </p:sp>
      <p:sp>
        <p:nvSpPr>
          <p:cNvPr id="32" name="Text 30"/>
          <p:cNvSpPr txBox="1"/>
          <p:nvPr/>
        </p:nvSpPr>
        <p:spPr>
          <a:xfrm>
            <a:off x="3474720" y="3218688"/>
            <a:ext cx="5349240" cy="292608"/>
          </a:xfrm>
          <a:prstGeom prst="rect">
            <a:avLst/>
          </a:prstGeom>
          <a:noFill/>
          <a:ln/>
        </p:spPr>
        <p:txBody>
          <a:bodyPr wrap="square" lIns="0" tIns="0" rIns="0" bIns="0" rtlCol="0" anchor="t"/>
          <a:lstStyle/>
          <a:p>
            <a:pPr marL="0" indent="0" algn="l">
              <a:buNone/>
            </a:pPr>
            <a:r>
              <a:rPr lang="en-US" sz="1100" dirty="0">
                <a:solidFill>
                  <a:srgbClr val="FFFFFF"/>
                </a:solidFill>
                <a:latin typeface="Courier New" pitchFamily="34" charset="0"/>
                <a:ea typeface="Courier New" pitchFamily="34" charset="-122"/>
                <a:cs typeface="Courier New" pitchFamily="34" charset="-120"/>
              </a:rPr>
              <a:t>7c21e44 Fix button color on mobile</a:t>
            </a:r>
            <a:endParaRPr lang="en-US" sz="1100" dirty="0"/>
          </a:p>
        </p:txBody>
      </p:sp>
      <p:sp>
        <p:nvSpPr>
          <p:cNvPr id="33" name="Text 31"/>
          <p:cNvSpPr txBox="1"/>
          <p:nvPr/>
        </p:nvSpPr>
        <p:spPr>
          <a:xfrm>
            <a:off x="3474720" y="3538728"/>
            <a:ext cx="5349240" cy="292608"/>
          </a:xfrm>
          <a:prstGeom prst="rect">
            <a:avLst/>
          </a:prstGeom>
          <a:noFill/>
          <a:ln/>
        </p:spPr>
        <p:txBody>
          <a:bodyPr wrap="square" lIns="0" tIns="0" rIns="0" bIns="0" rtlCol="0" anchor="t"/>
          <a:lstStyle/>
          <a:p>
            <a:pPr marL="0" indent="0" algn="l">
              <a:buNone/>
            </a:pPr>
            <a:endParaRPr lang="en-US" sz="1100" dirty="0"/>
          </a:p>
        </p:txBody>
      </p:sp>
      <p:sp>
        <p:nvSpPr>
          <p:cNvPr id="34" name="Text 32"/>
          <p:cNvSpPr txBox="1"/>
          <p:nvPr/>
        </p:nvSpPr>
        <p:spPr>
          <a:xfrm>
            <a:off x="3474720" y="3858768"/>
            <a:ext cx="5349240" cy="292608"/>
          </a:xfrm>
          <a:prstGeom prst="rect">
            <a:avLst/>
          </a:prstGeom>
          <a:noFill/>
          <a:ln/>
        </p:spPr>
        <p:txBody>
          <a:bodyPr wrap="square" lIns="0" tIns="0" rIns="0" bIns="0" rtlCol="0" anchor="t"/>
          <a:lstStyle/>
          <a:p>
            <a:pPr marL="0" indent="0" algn="l">
              <a:buNone/>
            </a:pPr>
            <a:r>
              <a:rPr lang="en-US" sz="1100" dirty="0">
                <a:solidFill>
                  <a:srgbClr val="00C896"/>
                </a:solidFill>
                <a:latin typeface="Courier New" pitchFamily="34" charset="0"/>
                <a:ea typeface="Courier New" pitchFamily="34" charset="-122"/>
                <a:cs typeface="Courier New" pitchFamily="34" charset="-120"/>
              </a:rPr>
              <a:t>$ git diff</a:t>
            </a:r>
            <a:endParaRPr lang="en-US" sz="1100" dirty="0"/>
          </a:p>
        </p:txBody>
      </p:sp>
      <p:sp>
        <p:nvSpPr>
          <p:cNvPr id="35" name="Text 33"/>
          <p:cNvSpPr txBox="1"/>
          <p:nvPr/>
        </p:nvSpPr>
        <p:spPr>
          <a:xfrm>
            <a:off x="3474720" y="4178808"/>
            <a:ext cx="5349240" cy="292608"/>
          </a:xfrm>
          <a:prstGeom prst="rect">
            <a:avLst/>
          </a:prstGeom>
          <a:noFill/>
          <a:ln/>
        </p:spPr>
        <p:txBody>
          <a:bodyPr wrap="square" lIns="0" tIns="0" rIns="0" bIns="0" rtlCol="0" anchor="t"/>
          <a:lstStyle/>
          <a:p>
            <a:pPr marL="0" indent="0" algn="l">
              <a:buNone/>
            </a:pPr>
            <a:r>
              <a:rPr lang="en-US" sz="1100" dirty="0">
                <a:solidFill>
                  <a:srgbClr val="E06C75"/>
                </a:solidFill>
                <a:latin typeface="Courier New" pitchFamily="34" charset="0"/>
                <a:ea typeface="Courier New" pitchFamily="34" charset="-122"/>
                <a:cs typeface="Courier New" pitchFamily="34" charset="-120"/>
              </a:rPr>
              <a:t>- old line (removed)</a:t>
            </a:r>
            <a:endParaRPr lang="en-US" sz="1100" dirty="0"/>
          </a:p>
        </p:txBody>
      </p:sp>
      <p:sp>
        <p:nvSpPr>
          <p:cNvPr id="36" name="Text 34"/>
          <p:cNvSpPr txBox="1"/>
          <p:nvPr/>
        </p:nvSpPr>
        <p:spPr>
          <a:xfrm>
            <a:off x="3474720" y="4498848"/>
            <a:ext cx="5349240" cy="292608"/>
          </a:xfrm>
          <a:prstGeom prst="rect">
            <a:avLst/>
          </a:prstGeom>
          <a:noFill/>
          <a:ln/>
        </p:spPr>
        <p:txBody>
          <a:bodyPr wrap="square" lIns="0" tIns="0" rIns="0" bIns="0" rtlCol="0" anchor="t"/>
          <a:lstStyle/>
          <a:p>
            <a:pPr marL="0" indent="0" algn="l">
              <a:buNone/>
            </a:pPr>
            <a:r>
              <a:rPr lang="en-US" sz="1100" dirty="0">
                <a:solidFill>
                  <a:srgbClr val="64FFDA"/>
                </a:solidFill>
                <a:latin typeface="Courier New" pitchFamily="34" charset="0"/>
                <a:ea typeface="Courier New" pitchFamily="34" charset="-122"/>
                <a:cs typeface="Courier New" pitchFamily="34" charset="-120"/>
              </a:rPr>
              <a:t>+ new line (added)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2540"/>
          </a:solidFill>
          <a:ln/>
        </p:spPr>
      </p:sp>
      <p:sp>
        <p:nvSpPr>
          <p:cNvPr id="3" name="Shape 1"/>
          <p:cNvSpPr/>
          <p:nvPr/>
        </p:nvSpPr>
        <p:spPr>
          <a:xfrm>
            <a:off x="0" y="0"/>
            <a:ext cx="320040" cy="5143500"/>
          </a:xfrm>
          <a:prstGeom prst="rect">
            <a:avLst/>
          </a:prstGeom>
          <a:solidFill>
            <a:srgbClr val="F7DF1E"/>
          </a:solidFill>
          <a:ln/>
        </p:spPr>
      </p:sp>
      <p:sp>
        <p:nvSpPr>
          <p:cNvPr id="4" name="Shape 2"/>
          <p:cNvSpPr/>
          <p:nvPr/>
        </p:nvSpPr>
        <p:spPr>
          <a:xfrm>
            <a:off x="914400" y="1645920"/>
            <a:ext cx="914400" cy="914400"/>
          </a:xfrm>
          <a:prstGeom prst="ellipse">
            <a:avLst/>
          </a:prstGeom>
          <a:solidFill>
            <a:srgbClr val="F7DF1E"/>
          </a:solidFill>
          <a:ln/>
        </p:spPr>
      </p:sp>
      <p:sp>
        <p:nvSpPr>
          <p:cNvPr id="5" name="Text 3"/>
          <p:cNvSpPr txBox="1"/>
          <p:nvPr/>
        </p:nvSpPr>
        <p:spPr>
          <a:xfrm>
            <a:off x="914400" y="1645920"/>
            <a:ext cx="914400" cy="914400"/>
          </a:xfrm>
          <a:prstGeom prst="rect">
            <a:avLst/>
          </a:prstGeom>
          <a:noFill/>
          <a:ln/>
        </p:spPr>
        <p:txBody>
          <a:bodyPr wrap="square" lIns="0" tIns="0" rIns="0" bIns="0" rtlCol="0" anchor="ctr"/>
          <a:lstStyle/>
          <a:p>
            <a:pPr marL="0" indent="0" algn="ctr">
              <a:buNone/>
            </a:pPr>
            <a:r>
              <a:rPr lang="en-US" sz="2400" b="1" dirty="0">
                <a:solidFill>
                  <a:srgbClr val="1A2540"/>
                </a:solidFill>
              </a:rPr>
              <a:t>&gt;</a:t>
            </a:r>
            <a:endParaRPr lang="en-US" sz="2400" dirty="0"/>
          </a:p>
        </p:txBody>
      </p:sp>
      <p:sp>
        <p:nvSpPr>
          <p:cNvPr id="6" name="Text 4"/>
          <p:cNvSpPr txBox="1"/>
          <p:nvPr/>
        </p:nvSpPr>
        <p:spPr>
          <a:xfrm>
            <a:off x="2103120" y="1554480"/>
            <a:ext cx="6583680" cy="384048"/>
          </a:xfrm>
          <a:prstGeom prst="rect">
            <a:avLst/>
          </a:prstGeom>
          <a:noFill/>
          <a:ln/>
        </p:spPr>
        <p:txBody>
          <a:bodyPr wrap="square" lIns="0" tIns="0" rIns="0" bIns="0" rtlCol="0" anchor="ctr"/>
          <a:lstStyle/>
          <a:p>
            <a:pPr marL="0" indent="0">
              <a:buNone/>
            </a:pPr>
            <a:r>
              <a:rPr lang="en-US" sz="1200" b="1" dirty="0">
                <a:solidFill>
                  <a:srgbClr val="F7DF1E"/>
                </a:solidFill>
                <a:latin typeface="Calibri" pitchFamily="34" charset="0"/>
                <a:ea typeface="Calibri" pitchFamily="34" charset="-122"/>
                <a:cs typeface="Calibri" pitchFamily="34" charset="-120"/>
              </a:rPr>
              <a:t>CHAPTER</a:t>
            </a:r>
            <a:endParaRPr lang="en-US" sz="1200" dirty="0"/>
          </a:p>
        </p:txBody>
      </p:sp>
      <p:sp>
        <p:nvSpPr>
          <p:cNvPr id="7" name="Text 5"/>
          <p:cNvSpPr txBox="1"/>
          <p:nvPr/>
        </p:nvSpPr>
        <p:spPr>
          <a:xfrm>
            <a:off x="2103120" y="1920240"/>
            <a:ext cx="6583680" cy="100584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Branching &amp; Merging</a:t>
            </a:r>
            <a:endParaRPr lang="en-US" sz="3600" dirty="0"/>
          </a:p>
        </p:txBody>
      </p:sp>
      <p:sp>
        <p:nvSpPr>
          <p:cNvPr id="8" name="Text 6"/>
          <p:cNvSpPr txBox="1"/>
          <p:nvPr/>
        </p:nvSpPr>
        <p:spPr>
          <a:xfrm>
            <a:off x="2103120" y="2944368"/>
            <a:ext cx="6583680" cy="640080"/>
          </a:xfrm>
          <a:prstGeom prst="rect">
            <a:avLst/>
          </a:prstGeom>
          <a:noFill/>
          <a:ln/>
        </p:spPr>
        <p:txBody>
          <a:bodyPr wrap="square" lIns="0" tIns="0" rIns="0" bIns="0" rtlCol="0" anchor="ctr"/>
          <a:lstStyle/>
          <a:p>
            <a:pPr marL="0" indent="0">
              <a:buNone/>
            </a:pPr>
            <a:r>
              <a:rPr lang="en-US" sz="1400" dirty="0">
                <a:solidFill>
                  <a:srgbClr val="8892B0"/>
                </a:solidFill>
                <a:latin typeface="Calibri" pitchFamily="34" charset="0"/>
                <a:ea typeface="Calibri" pitchFamily="34" charset="-122"/>
                <a:cs typeface="Calibri" pitchFamily="34" charset="-120"/>
              </a:rPr>
              <a:t>Work on features in isolation — merge when ready</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p:spPr>
      </p:sp>
      <p:sp>
        <p:nvSpPr>
          <p:cNvPr id="3" name="Text 1"/>
          <p:cNvSpPr txBox="1"/>
          <p:nvPr/>
        </p:nvSpPr>
        <p:spPr>
          <a:xfrm>
            <a:off x="365760" y="182880"/>
            <a:ext cx="8412480" cy="594360"/>
          </a:xfrm>
          <a:prstGeom prst="rect">
            <a:avLst/>
          </a:prstGeom>
          <a:noFill/>
          <a:ln/>
        </p:spPr>
        <p:txBody>
          <a:bodyPr wrap="square" lIns="0" tIns="0" rIns="0" bIns="0" rtlCol="0" anchor="ctr"/>
          <a:lstStyle/>
          <a:p>
            <a:pPr marL="0" indent="0">
              <a:buNone/>
            </a:pPr>
            <a:r>
              <a:rPr lang="en-US" sz="2200" b="1" dirty="0">
                <a:solidFill>
                  <a:srgbClr val="1A2540"/>
                </a:solidFill>
                <a:latin typeface="Calibri" pitchFamily="34" charset="0"/>
                <a:ea typeface="Calibri" pitchFamily="34" charset="-122"/>
                <a:cs typeface="Calibri" pitchFamily="34" charset="-120"/>
              </a:rPr>
              <a:t>Branching — git branch, checkout, merge</a:t>
            </a:r>
            <a:endParaRPr lang="en-US" sz="2200" dirty="0"/>
          </a:p>
        </p:txBody>
      </p:sp>
      <p:sp>
        <p:nvSpPr>
          <p:cNvPr id="4" name="Shape 2"/>
          <p:cNvSpPr/>
          <p:nvPr/>
        </p:nvSpPr>
        <p:spPr>
          <a:xfrm>
            <a:off x="457200" y="1463040"/>
            <a:ext cx="8046720" cy="128016"/>
          </a:xfrm>
          <a:prstGeom prst="rect">
            <a:avLst/>
          </a:prstGeom>
          <a:solidFill>
            <a:srgbClr val="61AFEF"/>
          </a:solidFill>
          <a:ln/>
        </p:spPr>
      </p:sp>
      <p:sp>
        <p:nvSpPr>
          <p:cNvPr id="5" name="Shape 3"/>
          <p:cNvSpPr/>
          <p:nvPr/>
        </p:nvSpPr>
        <p:spPr>
          <a:xfrm>
            <a:off x="731520" y="1280160"/>
            <a:ext cx="475488" cy="475488"/>
          </a:xfrm>
          <a:prstGeom prst="ellipse">
            <a:avLst/>
          </a:prstGeom>
          <a:solidFill>
            <a:srgbClr val="61AFEF"/>
          </a:solidFill>
          <a:ln/>
        </p:spPr>
      </p:sp>
      <p:sp>
        <p:nvSpPr>
          <p:cNvPr id="6" name="Text 4"/>
          <p:cNvSpPr txBox="1"/>
          <p:nvPr/>
        </p:nvSpPr>
        <p:spPr>
          <a:xfrm>
            <a:off x="731520" y="1280160"/>
            <a:ext cx="475488" cy="475488"/>
          </a:xfrm>
          <a:prstGeom prst="rect">
            <a:avLst/>
          </a:prstGeom>
          <a:noFill/>
          <a:ln/>
        </p:spPr>
        <p:txBody>
          <a:bodyPr wrap="square" lIns="0" tIns="0" rIns="0" bIns="0" rtlCol="0" anchor="ctr"/>
          <a:lstStyle/>
          <a:p>
            <a:pPr marL="0" indent="0" algn="ctr">
              <a:buNone/>
            </a:pPr>
            <a:r>
              <a:rPr lang="en-US" sz="900" b="1" dirty="0">
                <a:solidFill>
                  <a:srgbClr val="FFFFFF"/>
                </a:solidFill>
              </a:rPr>
              <a:t>c1</a:t>
            </a:r>
            <a:endParaRPr lang="en-US" sz="900" dirty="0"/>
          </a:p>
        </p:txBody>
      </p:sp>
      <p:sp>
        <p:nvSpPr>
          <p:cNvPr id="7" name="Text 5"/>
          <p:cNvSpPr txBox="1"/>
          <p:nvPr/>
        </p:nvSpPr>
        <p:spPr>
          <a:xfrm>
            <a:off x="502920" y="960120"/>
            <a:ext cx="640080" cy="274320"/>
          </a:xfrm>
          <a:prstGeom prst="rect">
            <a:avLst/>
          </a:prstGeom>
          <a:noFill/>
          <a:ln/>
        </p:spPr>
        <p:txBody>
          <a:bodyPr wrap="square" lIns="0" tIns="0" rIns="0" bIns="0" rtlCol="0" anchor="ctr"/>
          <a:lstStyle/>
          <a:p>
            <a:pPr marL="0" indent="0">
              <a:buNone/>
            </a:pPr>
            <a:r>
              <a:rPr lang="en-US" sz="1000" b="1" dirty="0">
                <a:solidFill>
                  <a:srgbClr val="61AFEF"/>
                </a:solidFill>
                <a:latin typeface="Calibri" pitchFamily="34" charset="0"/>
                <a:ea typeface="Calibri" pitchFamily="34" charset="-122"/>
                <a:cs typeface="Calibri" pitchFamily="34" charset="-120"/>
              </a:rPr>
              <a:t>main</a:t>
            </a:r>
            <a:endParaRPr lang="en-US" sz="1000" dirty="0"/>
          </a:p>
        </p:txBody>
      </p:sp>
      <p:sp>
        <p:nvSpPr>
          <p:cNvPr id="8" name="Shape 6"/>
          <p:cNvSpPr/>
          <p:nvPr/>
        </p:nvSpPr>
        <p:spPr>
          <a:xfrm>
            <a:off x="2194560" y="1280160"/>
            <a:ext cx="475488" cy="475488"/>
          </a:xfrm>
          <a:prstGeom prst="ellipse">
            <a:avLst/>
          </a:prstGeom>
          <a:solidFill>
            <a:srgbClr val="61AFEF"/>
          </a:solidFill>
          <a:ln/>
        </p:spPr>
      </p:sp>
      <p:sp>
        <p:nvSpPr>
          <p:cNvPr id="9" name="Text 7"/>
          <p:cNvSpPr txBox="1"/>
          <p:nvPr/>
        </p:nvSpPr>
        <p:spPr>
          <a:xfrm>
            <a:off x="2194560" y="1280160"/>
            <a:ext cx="475488" cy="475488"/>
          </a:xfrm>
          <a:prstGeom prst="rect">
            <a:avLst/>
          </a:prstGeom>
          <a:noFill/>
          <a:ln/>
        </p:spPr>
        <p:txBody>
          <a:bodyPr wrap="square" lIns="0" tIns="0" rIns="0" bIns="0" rtlCol="0" anchor="ctr"/>
          <a:lstStyle/>
          <a:p>
            <a:pPr marL="0" indent="0" algn="ctr">
              <a:buNone/>
            </a:pPr>
            <a:r>
              <a:rPr lang="en-US" sz="900" b="1" dirty="0">
                <a:solidFill>
                  <a:srgbClr val="FFFFFF"/>
                </a:solidFill>
              </a:rPr>
              <a:t>c2</a:t>
            </a:r>
            <a:endParaRPr lang="en-US" sz="900" dirty="0"/>
          </a:p>
        </p:txBody>
      </p:sp>
      <p:sp>
        <p:nvSpPr>
          <p:cNvPr id="10" name="Text 8"/>
          <p:cNvSpPr txBox="1"/>
          <p:nvPr/>
        </p:nvSpPr>
        <p:spPr>
          <a:xfrm>
            <a:off x="502920" y="960120"/>
            <a:ext cx="640080" cy="274320"/>
          </a:xfrm>
          <a:prstGeom prst="rect">
            <a:avLst/>
          </a:prstGeom>
          <a:noFill/>
          <a:ln/>
        </p:spPr>
        <p:txBody>
          <a:bodyPr wrap="square" lIns="0" tIns="0" rIns="0" bIns="0" rtlCol="0" anchor="ctr"/>
          <a:lstStyle/>
          <a:p>
            <a:pPr marL="0" indent="0">
              <a:buNone/>
            </a:pPr>
            <a:r>
              <a:rPr lang="en-US" sz="1000" b="1" dirty="0">
                <a:solidFill>
                  <a:srgbClr val="61AFEF"/>
                </a:solidFill>
                <a:latin typeface="Calibri" pitchFamily="34" charset="0"/>
                <a:ea typeface="Calibri" pitchFamily="34" charset="-122"/>
                <a:cs typeface="Calibri" pitchFamily="34" charset="-120"/>
              </a:rPr>
              <a:t>main</a:t>
            </a:r>
            <a:endParaRPr lang="en-US" sz="1000" dirty="0"/>
          </a:p>
        </p:txBody>
      </p:sp>
      <p:sp>
        <p:nvSpPr>
          <p:cNvPr id="11" name="Shape 9"/>
          <p:cNvSpPr/>
          <p:nvPr/>
        </p:nvSpPr>
        <p:spPr>
          <a:xfrm>
            <a:off x="4389120" y="1280160"/>
            <a:ext cx="475488" cy="475488"/>
          </a:xfrm>
          <a:prstGeom prst="ellipse">
            <a:avLst/>
          </a:prstGeom>
          <a:solidFill>
            <a:srgbClr val="61AFEF"/>
          </a:solidFill>
          <a:ln/>
        </p:spPr>
      </p:sp>
      <p:sp>
        <p:nvSpPr>
          <p:cNvPr id="12" name="Text 10"/>
          <p:cNvSpPr txBox="1"/>
          <p:nvPr/>
        </p:nvSpPr>
        <p:spPr>
          <a:xfrm>
            <a:off x="4389120" y="1280160"/>
            <a:ext cx="475488" cy="475488"/>
          </a:xfrm>
          <a:prstGeom prst="rect">
            <a:avLst/>
          </a:prstGeom>
          <a:noFill/>
          <a:ln/>
        </p:spPr>
        <p:txBody>
          <a:bodyPr wrap="square" lIns="0" tIns="0" rIns="0" bIns="0" rtlCol="0" anchor="ctr"/>
          <a:lstStyle/>
          <a:p>
            <a:pPr marL="0" indent="0" algn="ctr">
              <a:buNone/>
            </a:pPr>
            <a:r>
              <a:rPr lang="en-US" sz="900" b="1" dirty="0">
                <a:solidFill>
                  <a:srgbClr val="FFFFFF"/>
                </a:solidFill>
              </a:rPr>
              <a:t>c5</a:t>
            </a:r>
            <a:endParaRPr lang="en-US" sz="900" dirty="0"/>
          </a:p>
        </p:txBody>
      </p:sp>
      <p:sp>
        <p:nvSpPr>
          <p:cNvPr id="13" name="Text 11"/>
          <p:cNvSpPr txBox="1"/>
          <p:nvPr/>
        </p:nvSpPr>
        <p:spPr>
          <a:xfrm>
            <a:off x="502920" y="960120"/>
            <a:ext cx="640080" cy="274320"/>
          </a:xfrm>
          <a:prstGeom prst="rect">
            <a:avLst/>
          </a:prstGeom>
          <a:noFill/>
          <a:ln/>
        </p:spPr>
        <p:txBody>
          <a:bodyPr wrap="square" lIns="0" tIns="0" rIns="0" bIns="0" rtlCol="0" anchor="ctr"/>
          <a:lstStyle/>
          <a:p>
            <a:pPr marL="0" indent="0">
              <a:buNone/>
            </a:pPr>
            <a:r>
              <a:rPr lang="en-US" sz="1000" b="1" dirty="0">
                <a:solidFill>
                  <a:srgbClr val="61AFEF"/>
                </a:solidFill>
                <a:latin typeface="Calibri" pitchFamily="34" charset="0"/>
                <a:ea typeface="Calibri" pitchFamily="34" charset="-122"/>
                <a:cs typeface="Calibri" pitchFamily="34" charset="-120"/>
              </a:rPr>
              <a:t>main</a:t>
            </a:r>
            <a:endParaRPr lang="en-US" sz="1000" dirty="0"/>
          </a:p>
        </p:txBody>
      </p:sp>
      <p:sp>
        <p:nvSpPr>
          <p:cNvPr id="14" name="Shape 12"/>
          <p:cNvSpPr/>
          <p:nvPr/>
        </p:nvSpPr>
        <p:spPr>
          <a:xfrm>
            <a:off x="6858000" y="1280160"/>
            <a:ext cx="475488" cy="475488"/>
          </a:xfrm>
          <a:prstGeom prst="ellipse">
            <a:avLst/>
          </a:prstGeom>
          <a:solidFill>
            <a:srgbClr val="61AFEF"/>
          </a:solidFill>
          <a:ln/>
        </p:spPr>
      </p:sp>
      <p:sp>
        <p:nvSpPr>
          <p:cNvPr id="15" name="Text 13"/>
          <p:cNvSpPr txBox="1"/>
          <p:nvPr/>
        </p:nvSpPr>
        <p:spPr>
          <a:xfrm>
            <a:off x="6858000" y="1280160"/>
            <a:ext cx="475488" cy="475488"/>
          </a:xfrm>
          <a:prstGeom prst="rect">
            <a:avLst/>
          </a:prstGeom>
          <a:noFill/>
          <a:ln/>
        </p:spPr>
        <p:txBody>
          <a:bodyPr wrap="square" lIns="0" tIns="0" rIns="0" bIns="0" rtlCol="0" anchor="ctr"/>
          <a:lstStyle/>
          <a:p>
            <a:pPr marL="0" indent="0" algn="ctr">
              <a:buNone/>
            </a:pPr>
            <a:r>
              <a:rPr lang="en-US" sz="900" b="1" dirty="0">
                <a:solidFill>
                  <a:srgbClr val="FFFFFF"/>
                </a:solidFill>
              </a:rPr>
              <a:t>c6</a:t>
            </a:r>
            <a:endParaRPr lang="en-US" sz="900" dirty="0"/>
          </a:p>
        </p:txBody>
      </p:sp>
      <p:sp>
        <p:nvSpPr>
          <p:cNvPr id="16" name="Text 14"/>
          <p:cNvSpPr txBox="1"/>
          <p:nvPr/>
        </p:nvSpPr>
        <p:spPr>
          <a:xfrm>
            <a:off x="502920" y="960120"/>
            <a:ext cx="640080" cy="274320"/>
          </a:xfrm>
          <a:prstGeom prst="rect">
            <a:avLst/>
          </a:prstGeom>
          <a:noFill/>
          <a:ln/>
        </p:spPr>
        <p:txBody>
          <a:bodyPr wrap="square" lIns="0" tIns="0" rIns="0" bIns="0" rtlCol="0" anchor="ctr"/>
          <a:lstStyle/>
          <a:p>
            <a:pPr marL="0" indent="0">
              <a:buNone/>
            </a:pPr>
            <a:r>
              <a:rPr lang="en-US" sz="1000" b="1" dirty="0">
                <a:solidFill>
                  <a:srgbClr val="61AFEF"/>
                </a:solidFill>
                <a:latin typeface="Calibri" pitchFamily="34" charset="0"/>
                <a:ea typeface="Calibri" pitchFamily="34" charset="-122"/>
                <a:cs typeface="Calibri" pitchFamily="34" charset="-120"/>
              </a:rPr>
              <a:t>main</a:t>
            </a:r>
            <a:endParaRPr lang="en-US" sz="1000" dirty="0"/>
          </a:p>
        </p:txBody>
      </p:sp>
      <p:sp>
        <p:nvSpPr>
          <p:cNvPr id="17" name="Shape 15"/>
          <p:cNvSpPr/>
          <p:nvPr/>
        </p:nvSpPr>
        <p:spPr>
          <a:xfrm>
            <a:off x="2286000" y="2834640"/>
            <a:ext cx="3931920" cy="128016"/>
          </a:xfrm>
          <a:prstGeom prst="rect">
            <a:avLst/>
          </a:prstGeom>
          <a:solidFill>
            <a:srgbClr val="00C896"/>
          </a:solidFill>
          <a:ln/>
        </p:spPr>
      </p:sp>
      <p:sp>
        <p:nvSpPr>
          <p:cNvPr id="18" name="Shape 16"/>
          <p:cNvSpPr/>
          <p:nvPr/>
        </p:nvSpPr>
        <p:spPr>
          <a:xfrm>
            <a:off x="2468880" y="2651760"/>
            <a:ext cx="475488" cy="475488"/>
          </a:xfrm>
          <a:prstGeom prst="ellipse">
            <a:avLst/>
          </a:prstGeom>
          <a:solidFill>
            <a:srgbClr val="00C896"/>
          </a:solidFill>
          <a:ln/>
        </p:spPr>
      </p:sp>
      <p:sp>
        <p:nvSpPr>
          <p:cNvPr id="19" name="Text 17"/>
          <p:cNvSpPr txBox="1"/>
          <p:nvPr/>
        </p:nvSpPr>
        <p:spPr>
          <a:xfrm>
            <a:off x="2468880" y="2651760"/>
            <a:ext cx="475488" cy="475488"/>
          </a:xfrm>
          <a:prstGeom prst="rect">
            <a:avLst/>
          </a:prstGeom>
          <a:noFill/>
          <a:ln/>
        </p:spPr>
        <p:txBody>
          <a:bodyPr wrap="square" lIns="0" tIns="0" rIns="0" bIns="0" rtlCol="0" anchor="ctr"/>
          <a:lstStyle/>
          <a:p>
            <a:pPr marL="0" indent="0" algn="ctr">
              <a:buNone/>
            </a:pPr>
            <a:r>
              <a:rPr lang="en-US" sz="900" b="1" dirty="0">
                <a:solidFill>
                  <a:srgbClr val="FFFFFF"/>
                </a:solidFill>
              </a:rPr>
              <a:t>c3</a:t>
            </a:r>
            <a:endParaRPr lang="en-US" sz="900" dirty="0"/>
          </a:p>
        </p:txBody>
      </p:sp>
      <p:sp>
        <p:nvSpPr>
          <p:cNvPr id="20" name="Shape 18"/>
          <p:cNvSpPr/>
          <p:nvPr/>
        </p:nvSpPr>
        <p:spPr>
          <a:xfrm>
            <a:off x="4114800" y="2651760"/>
            <a:ext cx="475488" cy="475488"/>
          </a:xfrm>
          <a:prstGeom prst="ellipse">
            <a:avLst/>
          </a:prstGeom>
          <a:solidFill>
            <a:srgbClr val="00C896"/>
          </a:solidFill>
          <a:ln/>
        </p:spPr>
      </p:sp>
      <p:sp>
        <p:nvSpPr>
          <p:cNvPr id="21" name="Text 19"/>
          <p:cNvSpPr txBox="1"/>
          <p:nvPr/>
        </p:nvSpPr>
        <p:spPr>
          <a:xfrm>
            <a:off x="4114800" y="2651760"/>
            <a:ext cx="475488" cy="475488"/>
          </a:xfrm>
          <a:prstGeom prst="rect">
            <a:avLst/>
          </a:prstGeom>
          <a:noFill/>
          <a:ln/>
        </p:spPr>
        <p:txBody>
          <a:bodyPr wrap="square" lIns="0" tIns="0" rIns="0" bIns="0" rtlCol="0" anchor="ctr"/>
          <a:lstStyle/>
          <a:p>
            <a:pPr marL="0" indent="0" algn="ctr">
              <a:buNone/>
            </a:pPr>
            <a:r>
              <a:rPr lang="en-US" sz="900" b="1" dirty="0">
                <a:solidFill>
                  <a:srgbClr val="FFFFFF"/>
                </a:solidFill>
              </a:rPr>
              <a:t>c4</a:t>
            </a:r>
            <a:endParaRPr lang="en-US" sz="900" dirty="0"/>
          </a:p>
        </p:txBody>
      </p:sp>
      <p:sp>
        <p:nvSpPr>
          <p:cNvPr id="22" name="Text 20"/>
          <p:cNvSpPr txBox="1"/>
          <p:nvPr/>
        </p:nvSpPr>
        <p:spPr>
          <a:xfrm>
            <a:off x="2286000" y="3017520"/>
            <a:ext cx="1828800" cy="274320"/>
          </a:xfrm>
          <a:prstGeom prst="rect">
            <a:avLst/>
          </a:prstGeom>
          <a:noFill/>
          <a:ln/>
        </p:spPr>
        <p:txBody>
          <a:bodyPr wrap="square" lIns="0" tIns="0" rIns="0" bIns="0" rtlCol="0" anchor="ctr"/>
          <a:lstStyle/>
          <a:p>
            <a:pPr marL="0" indent="0">
              <a:buNone/>
            </a:pPr>
            <a:r>
              <a:rPr lang="en-US" sz="1000" b="1" dirty="0">
                <a:solidFill>
                  <a:srgbClr val="00C896"/>
                </a:solidFill>
                <a:latin typeface="Calibri" pitchFamily="34" charset="0"/>
                <a:ea typeface="Calibri" pitchFamily="34" charset="-122"/>
                <a:cs typeface="Calibri" pitchFamily="34" charset="-120"/>
              </a:rPr>
              <a:t>feature/search</a:t>
            </a:r>
            <a:endParaRPr lang="en-US" sz="1000" dirty="0"/>
          </a:p>
        </p:txBody>
      </p:sp>
      <p:sp>
        <p:nvSpPr>
          <p:cNvPr id="23" name="Shape 21"/>
          <p:cNvSpPr/>
          <p:nvPr/>
        </p:nvSpPr>
        <p:spPr>
          <a:xfrm>
            <a:off x="2423160" y="1572768"/>
            <a:ext cx="45720" cy="1261872"/>
          </a:xfrm>
          <a:prstGeom prst="line">
            <a:avLst/>
          </a:prstGeom>
          <a:noFill/>
          <a:ln w="19050">
            <a:solidFill>
              <a:srgbClr val="F7DF1E"/>
            </a:solidFill>
            <a:prstDash val="solid"/>
          </a:ln>
        </p:spPr>
      </p:sp>
      <p:sp>
        <p:nvSpPr>
          <p:cNvPr id="24" name="Shape 22"/>
          <p:cNvSpPr/>
          <p:nvPr/>
        </p:nvSpPr>
        <p:spPr>
          <a:xfrm>
            <a:off x="4535424" y="2834640"/>
            <a:ext cx="45720" cy="0"/>
          </a:xfrm>
          <a:prstGeom prst="line">
            <a:avLst/>
          </a:prstGeom>
          <a:noFill/>
          <a:ln w="19050">
            <a:solidFill>
              <a:srgbClr val="F7DF1E"/>
            </a:solidFill>
            <a:prstDash val="solid"/>
          </a:ln>
        </p:spPr>
      </p:sp>
      <p:sp>
        <p:nvSpPr>
          <p:cNvPr id="25" name="Shape 23"/>
          <p:cNvSpPr/>
          <p:nvPr/>
        </p:nvSpPr>
        <p:spPr>
          <a:xfrm>
            <a:off x="365760" y="3566160"/>
            <a:ext cx="2651760" cy="457200"/>
          </a:xfrm>
          <a:prstGeom prst="rect">
            <a:avLst/>
          </a:prstGeom>
          <a:solidFill>
            <a:srgbClr val="0D1117"/>
          </a:solidFill>
          <a:ln/>
        </p:spPr>
      </p:sp>
      <p:sp>
        <p:nvSpPr>
          <p:cNvPr id="26" name="Text 24"/>
          <p:cNvSpPr txBox="1"/>
          <p:nvPr/>
        </p:nvSpPr>
        <p:spPr>
          <a:xfrm>
            <a:off x="457200" y="3593592"/>
            <a:ext cx="2468880" cy="402336"/>
          </a:xfrm>
          <a:prstGeom prst="rect">
            <a:avLst/>
          </a:prstGeom>
          <a:noFill/>
          <a:ln/>
        </p:spPr>
        <p:txBody>
          <a:bodyPr wrap="square" lIns="0" tIns="0" rIns="0" bIns="0" rtlCol="0" anchor="ctr"/>
          <a:lstStyle/>
          <a:p>
            <a:pPr marL="0" indent="0">
              <a:buNone/>
            </a:pPr>
            <a:r>
              <a:rPr lang="en-US" sz="1000" dirty="0">
                <a:solidFill>
                  <a:srgbClr val="64FFDA"/>
                </a:solidFill>
                <a:latin typeface="Courier New" pitchFamily="34" charset="0"/>
                <a:ea typeface="Courier New" pitchFamily="34" charset="-122"/>
                <a:cs typeface="Courier New" pitchFamily="34" charset="-120"/>
              </a:rPr>
              <a:t>git checkout -b feature/search</a:t>
            </a:r>
            <a:endParaRPr lang="en-US" sz="1000" dirty="0"/>
          </a:p>
        </p:txBody>
      </p:sp>
      <p:sp>
        <p:nvSpPr>
          <p:cNvPr id="27" name="Text 25"/>
          <p:cNvSpPr txBox="1"/>
          <p:nvPr/>
        </p:nvSpPr>
        <p:spPr>
          <a:xfrm>
            <a:off x="365760" y="4096512"/>
            <a:ext cx="2651760" cy="384048"/>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Create + switch to new branch</a:t>
            </a:r>
            <a:endParaRPr lang="en-US" sz="1100" dirty="0"/>
          </a:p>
        </p:txBody>
      </p:sp>
      <p:sp>
        <p:nvSpPr>
          <p:cNvPr id="28" name="Shape 26"/>
          <p:cNvSpPr/>
          <p:nvPr/>
        </p:nvSpPr>
        <p:spPr>
          <a:xfrm>
            <a:off x="3246120" y="3566160"/>
            <a:ext cx="2651760" cy="457200"/>
          </a:xfrm>
          <a:prstGeom prst="rect">
            <a:avLst/>
          </a:prstGeom>
          <a:solidFill>
            <a:srgbClr val="0D1117"/>
          </a:solidFill>
          <a:ln/>
        </p:spPr>
      </p:sp>
      <p:sp>
        <p:nvSpPr>
          <p:cNvPr id="29" name="Text 27"/>
          <p:cNvSpPr txBox="1"/>
          <p:nvPr/>
        </p:nvSpPr>
        <p:spPr>
          <a:xfrm>
            <a:off x="3337560" y="3593592"/>
            <a:ext cx="2468880" cy="402336"/>
          </a:xfrm>
          <a:prstGeom prst="rect">
            <a:avLst/>
          </a:prstGeom>
          <a:noFill/>
          <a:ln/>
        </p:spPr>
        <p:txBody>
          <a:bodyPr wrap="square" lIns="0" tIns="0" rIns="0" bIns="0" rtlCol="0" anchor="ctr"/>
          <a:lstStyle/>
          <a:p>
            <a:pPr marL="0" indent="0">
              <a:buNone/>
            </a:pPr>
            <a:r>
              <a:rPr lang="en-US" sz="1000" dirty="0">
                <a:solidFill>
                  <a:srgbClr val="64FFDA"/>
                </a:solidFill>
                <a:latin typeface="Courier New" pitchFamily="34" charset="0"/>
                <a:ea typeface="Courier New" pitchFamily="34" charset="-122"/>
                <a:cs typeface="Courier New" pitchFamily="34" charset="-120"/>
              </a:rPr>
              <a:t>git branch</a:t>
            </a:r>
            <a:endParaRPr lang="en-US" sz="1000" dirty="0"/>
          </a:p>
        </p:txBody>
      </p:sp>
      <p:sp>
        <p:nvSpPr>
          <p:cNvPr id="30" name="Text 28"/>
          <p:cNvSpPr txBox="1"/>
          <p:nvPr/>
        </p:nvSpPr>
        <p:spPr>
          <a:xfrm>
            <a:off x="3246120" y="4096512"/>
            <a:ext cx="2651760" cy="384048"/>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List all branches</a:t>
            </a:r>
            <a:endParaRPr lang="en-US" sz="1100" dirty="0"/>
          </a:p>
        </p:txBody>
      </p:sp>
      <p:sp>
        <p:nvSpPr>
          <p:cNvPr id="31" name="Shape 29"/>
          <p:cNvSpPr/>
          <p:nvPr/>
        </p:nvSpPr>
        <p:spPr>
          <a:xfrm>
            <a:off x="6126480" y="3566160"/>
            <a:ext cx="2651760" cy="457200"/>
          </a:xfrm>
          <a:prstGeom prst="rect">
            <a:avLst/>
          </a:prstGeom>
          <a:solidFill>
            <a:srgbClr val="0D1117"/>
          </a:solidFill>
          <a:ln/>
        </p:spPr>
      </p:sp>
      <p:sp>
        <p:nvSpPr>
          <p:cNvPr id="32" name="Text 30"/>
          <p:cNvSpPr txBox="1"/>
          <p:nvPr/>
        </p:nvSpPr>
        <p:spPr>
          <a:xfrm>
            <a:off x="6217920" y="3593592"/>
            <a:ext cx="2468880" cy="402336"/>
          </a:xfrm>
          <a:prstGeom prst="rect">
            <a:avLst/>
          </a:prstGeom>
          <a:noFill/>
          <a:ln/>
        </p:spPr>
        <p:txBody>
          <a:bodyPr wrap="square" lIns="0" tIns="0" rIns="0" bIns="0" rtlCol="0" anchor="ctr"/>
          <a:lstStyle/>
          <a:p>
            <a:pPr marL="0" indent="0">
              <a:buNone/>
            </a:pPr>
            <a:r>
              <a:rPr lang="en-US" sz="1000" dirty="0">
                <a:solidFill>
                  <a:srgbClr val="64FFDA"/>
                </a:solidFill>
                <a:latin typeface="Courier New" pitchFamily="34" charset="0"/>
                <a:ea typeface="Courier New" pitchFamily="34" charset="-122"/>
                <a:cs typeface="Courier New" pitchFamily="34" charset="-120"/>
              </a:rPr>
              <a:t>git merge feature/search</a:t>
            </a:r>
            <a:endParaRPr lang="en-US" sz="1000" dirty="0"/>
          </a:p>
        </p:txBody>
      </p:sp>
      <p:sp>
        <p:nvSpPr>
          <p:cNvPr id="33" name="Text 31"/>
          <p:cNvSpPr txBox="1"/>
          <p:nvPr/>
        </p:nvSpPr>
        <p:spPr>
          <a:xfrm>
            <a:off x="6126480" y="4096512"/>
            <a:ext cx="2651760" cy="384048"/>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Merge branch into main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p:spPr>
      </p:sp>
      <p:sp>
        <p:nvSpPr>
          <p:cNvPr id="3" name="Shape 1"/>
          <p:cNvSpPr/>
          <p:nvPr/>
        </p:nvSpPr>
        <p:spPr>
          <a:xfrm>
            <a:off x="0" y="0"/>
            <a:ext cx="3200400" cy="5143500"/>
          </a:xfrm>
          <a:prstGeom prst="rect">
            <a:avLst/>
          </a:prstGeom>
          <a:solidFill>
            <a:srgbClr val="1A2540"/>
          </a:solidFill>
          <a:ln/>
        </p:spPr>
      </p:sp>
      <p:sp>
        <p:nvSpPr>
          <p:cNvPr id="4" name="Text 2"/>
          <p:cNvSpPr txBox="1"/>
          <p:nvPr/>
        </p:nvSpPr>
        <p:spPr>
          <a:xfrm>
            <a:off x="182880" y="228600"/>
            <a:ext cx="2834640" cy="1097280"/>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Working with</a:t>
            </a:r>
            <a:endParaRPr lang="en-US" sz="2000" dirty="0"/>
          </a:p>
          <a:p>
            <a:pPr marL="0" indent="0">
              <a:buNone/>
            </a:pPr>
            <a:r>
              <a:rPr lang="en-US" sz="2000" b="1" dirty="0">
                <a:solidFill>
                  <a:srgbClr val="FFFFFF"/>
                </a:solidFill>
                <a:latin typeface="Calibri" pitchFamily="34" charset="0"/>
                <a:ea typeface="Calibri" pitchFamily="34" charset="-122"/>
                <a:cs typeface="Calibri" pitchFamily="34" charset="-120"/>
              </a:rPr>
              <a:t>Remote (GitHub)</a:t>
            </a:r>
            <a:endParaRPr lang="en-US" sz="2000" dirty="0"/>
          </a:p>
        </p:txBody>
      </p:sp>
      <p:sp>
        <p:nvSpPr>
          <p:cNvPr id="5" name="Shape 3"/>
          <p:cNvSpPr/>
          <p:nvPr/>
        </p:nvSpPr>
        <p:spPr>
          <a:xfrm>
            <a:off x="182880" y="1371600"/>
            <a:ext cx="2560320" cy="45720"/>
          </a:xfrm>
          <a:prstGeom prst="rect">
            <a:avLst/>
          </a:prstGeom>
          <a:solidFill>
            <a:srgbClr val="F7DF1E"/>
          </a:solidFill>
          <a:ln/>
        </p:spPr>
      </p:sp>
      <p:sp>
        <p:nvSpPr>
          <p:cNvPr id="6" name="Text 4"/>
          <p:cNvSpPr txBox="1"/>
          <p:nvPr/>
        </p:nvSpPr>
        <p:spPr>
          <a:xfrm>
            <a:off x="182880" y="1463040"/>
            <a:ext cx="2834640" cy="438912"/>
          </a:xfrm>
          <a:prstGeom prst="rect">
            <a:avLst/>
          </a:prstGeom>
          <a:noFill/>
          <a:ln/>
        </p:spPr>
        <p:txBody>
          <a:bodyPr wrap="square" lIns="0" tIns="0" rIns="0" bIns="0" rtlCol="0" anchor="t"/>
          <a:lstStyle/>
          <a:p>
            <a:pPr marL="0" indent="0">
              <a:buNone/>
            </a:pPr>
            <a:r>
              <a:rPr lang="en-US" sz="1200" b="1" dirty="0">
                <a:solidFill>
                  <a:srgbClr val="F7DF1E"/>
                </a:solidFill>
                <a:latin typeface="Calibri" pitchFamily="34" charset="0"/>
                <a:ea typeface="Calibri" pitchFamily="34" charset="-122"/>
                <a:cs typeface="Calibri" pitchFamily="34" charset="-120"/>
              </a:rPr>
              <a:t>▶ git remote add</a:t>
            </a:r>
            <a:endParaRPr lang="en-US" sz="1200" dirty="0"/>
          </a:p>
        </p:txBody>
      </p:sp>
      <p:sp>
        <p:nvSpPr>
          <p:cNvPr id="7" name="Text 5"/>
          <p:cNvSpPr txBox="1"/>
          <p:nvPr/>
        </p:nvSpPr>
        <p:spPr>
          <a:xfrm>
            <a:off x="182880" y="1938528"/>
            <a:ext cx="2834640" cy="438912"/>
          </a:xfrm>
          <a:prstGeom prst="rect">
            <a:avLst/>
          </a:prstGeom>
          <a:noFill/>
          <a:ln/>
        </p:spPr>
        <p:txBody>
          <a:bodyPr wrap="square" lIns="0" tIns="0" rIns="0" bIns="0" rtlCol="0" anchor="t"/>
          <a:lstStyle/>
          <a:p>
            <a:pPr marL="0" indent="0">
              <a:buNone/>
            </a:pPr>
            <a:r>
              <a:rPr lang="en-US" sz="1100" dirty="0">
                <a:solidFill>
                  <a:srgbClr val="8892B0"/>
                </a:solidFill>
                <a:latin typeface="Calibri" pitchFamily="34" charset="0"/>
                <a:ea typeface="Calibri" pitchFamily="34" charset="-122"/>
                <a:cs typeface="Calibri" pitchFamily="34" charset="-120"/>
              </a:rPr>
              <a:t>Connect local to GitHub</a:t>
            </a:r>
            <a:endParaRPr lang="en-US" sz="1100" dirty="0"/>
          </a:p>
        </p:txBody>
      </p:sp>
      <p:sp>
        <p:nvSpPr>
          <p:cNvPr id="8" name="Text 6"/>
          <p:cNvSpPr txBox="1"/>
          <p:nvPr/>
        </p:nvSpPr>
        <p:spPr>
          <a:xfrm>
            <a:off x="182880" y="2414016"/>
            <a:ext cx="2834640" cy="438912"/>
          </a:xfrm>
          <a:prstGeom prst="rect">
            <a:avLst/>
          </a:prstGeom>
          <a:noFill/>
          <a:ln/>
        </p:spPr>
        <p:txBody>
          <a:bodyPr wrap="square" lIns="0" tIns="0" rIns="0" bIns="0" rtlCol="0" anchor="t"/>
          <a:lstStyle/>
          <a:p>
            <a:pPr marL="0" indent="0">
              <a:buNone/>
            </a:pPr>
            <a:r>
              <a:rPr lang="en-US" sz="1200" b="1" dirty="0">
                <a:solidFill>
                  <a:srgbClr val="F7DF1E"/>
                </a:solidFill>
                <a:latin typeface="Calibri" pitchFamily="34" charset="0"/>
                <a:ea typeface="Calibri" pitchFamily="34" charset="-122"/>
                <a:cs typeface="Calibri" pitchFamily="34" charset="-120"/>
              </a:rPr>
              <a:t>▶ git push</a:t>
            </a:r>
            <a:endParaRPr lang="en-US" sz="1200" dirty="0"/>
          </a:p>
        </p:txBody>
      </p:sp>
      <p:sp>
        <p:nvSpPr>
          <p:cNvPr id="9" name="Text 7"/>
          <p:cNvSpPr txBox="1"/>
          <p:nvPr/>
        </p:nvSpPr>
        <p:spPr>
          <a:xfrm>
            <a:off x="182880" y="2889504"/>
            <a:ext cx="2834640" cy="438912"/>
          </a:xfrm>
          <a:prstGeom prst="rect">
            <a:avLst/>
          </a:prstGeom>
          <a:noFill/>
          <a:ln/>
        </p:spPr>
        <p:txBody>
          <a:bodyPr wrap="square" lIns="0" tIns="0" rIns="0" bIns="0" rtlCol="0" anchor="t"/>
          <a:lstStyle/>
          <a:p>
            <a:pPr marL="0" indent="0">
              <a:buNone/>
            </a:pPr>
            <a:r>
              <a:rPr lang="en-US" sz="1100" dirty="0">
                <a:solidFill>
                  <a:srgbClr val="8892B0"/>
                </a:solidFill>
                <a:latin typeface="Calibri" pitchFamily="34" charset="0"/>
                <a:ea typeface="Calibri" pitchFamily="34" charset="-122"/>
                <a:cs typeface="Calibri" pitchFamily="34" charset="-120"/>
              </a:rPr>
              <a:t>Upload commits to GitHub</a:t>
            </a:r>
            <a:endParaRPr lang="en-US" sz="1100" dirty="0"/>
          </a:p>
        </p:txBody>
      </p:sp>
      <p:sp>
        <p:nvSpPr>
          <p:cNvPr id="10" name="Text 8"/>
          <p:cNvSpPr txBox="1"/>
          <p:nvPr/>
        </p:nvSpPr>
        <p:spPr>
          <a:xfrm>
            <a:off x="182880" y="3364992"/>
            <a:ext cx="2834640" cy="438912"/>
          </a:xfrm>
          <a:prstGeom prst="rect">
            <a:avLst/>
          </a:prstGeom>
          <a:noFill/>
          <a:ln/>
        </p:spPr>
        <p:txBody>
          <a:bodyPr wrap="square" lIns="0" tIns="0" rIns="0" bIns="0" rtlCol="0" anchor="t"/>
          <a:lstStyle/>
          <a:p>
            <a:pPr marL="0" indent="0">
              <a:buNone/>
            </a:pPr>
            <a:r>
              <a:rPr lang="en-US" sz="1200" b="1" dirty="0">
                <a:solidFill>
                  <a:srgbClr val="F7DF1E"/>
                </a:solidFill>
                <a:latin typeface="Calibri" pitchFamily="34" charset="0"/>
                <a:ea typeface="Calibri" pitchFamily="34" charset="-122"/>
                <a:cs typeface="Calibri" pitchFamily="34" charset="-120"/>
              </a:rPr>
              <a:t>▶ git pull</a:t>
            </a:r>
            <a:endParaRPr lang="en-US" sz="1200" dirty="0"/>
          </a:p>
        </p:txBody>
      </p:sp>
      <p:sp>
        <p:nvSpPr>
          <p:cNvPr id="11" name="Text 9"/>
          <p:cNvSpPr txBox="1"/>
          <p:nvPr/>
        </p:nvSpPr>
        <p:spPr>
          <a:xfrm>
            <a:off x="182880" y="3840480"/>
            <a:ext cx="2834640" cy="438912"/>
          </a:xfrm>
          <a:prstGeom prst="rect">
            <a:avLst/>
          </a:prstGeom>
          <a:noFill/>
          <a:ln/>
        </p:spPr>
        <p:txBody>
          <a:bodyPr wrap="square" lIns="0" tIns="0" rIns="0" bIns="0" rtlCol="0" anchor="t"/>
          <a:lstStyle/>
          <a:p>
            <a:pPr marL="0" indent="0">
              <a:buNone/>
            </a:pPr>
            <a:r>
              <a:rPr lang="en-US" sz="1100" dirty="0">
                <a:solidFill>
                  <a:srgbClr val="8892B0"/>
                </a:solidFill>
                <a:latin typeface="Calibri" pitchFamily="34" charset="0"/>
                <a:ea typeface="Calibri" pitchFamily="34" charset="-122"/>
                <a:cs typeface="Calibri" pitchFamily="34" charset="-120"/>
              </a:rPr>
              <a:t>Download + merge remote changes</a:t>
            </a:r>
            <a:endParaRPr lang="en-US" sz="1100" dirty="0"/>
          </a:p>
        </p:txBody>
      </p:sp>
      <p:sp>
        <p:nvSpPr>
          <p:cNvPr id="12" name="Text 10"/>
          <p:cNvSpPr txBox="1"/>
          <p:nvPr/>
        </p:nvSpPr>
        <p:spPr>
          <a:xfrm>
            <a:off x="182880" y="4315968"/>
            <a:ext cx="2834640" cy="438912"/>
          </a:xfrm>
          <a:prstGeom prst="rect">
            <a:avLst/>
          </a:prstGeom>
          <a:noFill/>
          <a:ln/>
        </p:spPr>
        <p:txBody>
          <a:bodyPr wrap="square" lIns="0" tIns="0" rIns="0" bIns="0" rtlCol="0" anchor="t"/>
          <a:lstStyle/>
          <a:p>
            <a:pPr marL="0" indent="0">
              <a:buNone/>
            </a:pPr>
            <a:r>
              <a:rPr lang="en-US" sz="1200" b="1" dirty="0">
                <a:solidFill>
                  <a:srgbClr val="F7DF1E"/>
                </a:solidFill>
                <a:latin typeface="Calibri" pitchFamily="34" charset="0"/>
                <a:ea typeface="Calibri" pitchFamily="34" charset="-122"/>
                <a:cs typeface="Calibri" pitchFamily="34" charset="-120"/>
              </a:rPr>
              <a:t>▶ git clone</a:t>
            </a:r>
            <a:endParaRPr lang="en-US" sz="1200" dirty="0"/>
          </a:p>
        </p:txBody>
      </p:sp>
      <p:sp>
        <p:nvSpPr>
          <p:cNvPr id="13" name="Text 11"/>
          <p:cNvSpPr txBox="1"/>
          <p:nvPr/>
        </p:nvSpPr>
        <p:spPr>
          <a:xfrm>
            <a:off x="182880" y="4791456"/>
            <a:ext cx="2834640" cy="438912"/>
          </a:xfrm>
          <a:prstGeom prst="rect">
            <a:avLst/>
          </a:prstGeom>
          <a:noFill/>
          <a:ln/>
        </p:spPr>
        <p:txBody>
          <a:bodyPr wrap="square" lIns="0" tIns="0" rIns="0" bIns="0" rtlCol="0" anchor="t"/>
          <a:lstStyle/>
          <a:p>
            <a:pPr marL="0" indent="0">
              <a:buNone/>
            </a:pPr>
            <a:r>
              <a:rPr lang="en-US" sz="1100" dirty="0">
                <a:solidFill>
                  <a:srgbClr val="8892B0"/>
                </a:solidFill>
                <a:latin typeface="Calibri" pitchFamily="34" charset="0"/>
                <a:ea typeface="Calibri" pitchFamily="34" charset="-122"/>
                <a:cs typeface="Calibri" pitchFamily="34" charset="-120"/>
              </a:rPr>
              <a:t>Copy a remote repo locally</a:t>
            </a:r>
            <a:endParaRPr lang="en-US" sz="1100" dirty="0"/>
          </a:p>
        </p:txBody>
      </p:sp>
      <p:sp>
        <p:nvSpPr>
          <p:cNvPr id="14" name="Shape 12"/>
          <p:cNvSpPr/>
          <p:nvPr/>
        </p:nvSpPr>
        <p:spPr>
          <a:xfrm>
            <a:off x="3337560" y="228600"/>
            <a:ext cx="5577840" cy="4663440"/>
          </a:xfrm>
          <a:prstGeom prst="rect">
            <a:avLst/>
          </a:prstGeom>
          <a:solidFill>
            <a:srgbClr val="0D1117"/>
          </a:solidFill>
          <a:ln w="12700">
            <a:solidFill>
              <a:srgbClr val="30363D"/>
            </a:solidFill>
            <a:prstDash val="solid"/>
          </a:ln>
        </p:spPr>
      </p:sp>
      <p:sp>
        <p:nvSpPr>
          <p:cNvPr id="15" name="Shape 13"/>
          <p:cNvSpPr/>
          <p:nvPr/>
        </p:nvSpPr>
        <p:spPr>
          <a:xfrm>
            <a:off x="3337560" y="228600"/>
            <a:ext cx="5577840" cy="347472"/>
          </a:xfrm>
          <a:prstGeom prst="rect">
            <a:avLst/>
          </a:prstGeom>
          <a:solidFill>
            <a:srgbClr val="161B22"/>
          </a:solidFill>
          <a:ln/>
        </p:spPr>
      </p:sp>
      <p:sp>
        <p:nvSpPr>
          <p:cNvPr id="16" name="Shape 14"/>
          <p:cNvSpPr/>
          <p:nvPr/>
        </p:nvSpPr>
        <p:spPr>
          <a:xfrm>
            <a:off x="3520440" y="329184"/>
            <a:ext cx="109728" cy="109728"/>
          </a:xfrm>
          <a:prstGeom prst="ellipse">
            <a:avLst/>
          </a:prstGeom>
          <a:solidFill>
            <a:srgbClr val="FF5F56"/>
          </a:solidFill>
          <a:ln/>
        </p:spPr>
      </p:sp>
      <p:sp>
        <p:nvSpPr>
          <p:cNvPr id="17" name="Shape 15"/>
          <p:cNvSpPr/>
          <p:nvPr/>
        </p:nvSpPr>
        <p:spPr>
          <a:xfrm>
            <a:off x="3721608" y="329184"/>
            <a:ext cx="109728" cy="109728"/>
          </a:xfrm>
          <a:prstGeom prst="ellipse">
            <a:avLst/>
          </a:prstGeom>
          <a:solidFill>
            <a:srgbClr val="FFBD2E"/>
          </a:solidFill>
          <a:ln/>
        </p:spPr>
      </p:sp>
      <p:sp>
        <p:nvSpPr>
          <p:cNvPr id="18" name="Shape 16"/>
          <p:cNvSpPr/>
          <p:nvPr/>
        </p:nvSpPr>
        <p:spPr>
          <a:xfrm>
            <a:off x="3922776" y="329184"/>
            <a:ext cx="109728" cy="109728"/>
          </a:xfrm>
          <a:prstGeom prst="ellipse">
            <a:avLst/>
          </a:prstGeom>
          <a:solidFill>
            <a:srgbClr val="27C93F"/>
          </a:solidFill>
          <a:ln/>
        </p:spPr>
      </p:sp>
      <p:sp>
        <p:nvSpPr>
          <p:cNvPr id="19" name="Text 17"/>
          <p:cNvSpPr txBox="1"/>
          <p:nvPr/>
        </p:nvSpPr>
        <p:spPr>
          <a:xfrm>
            <a:off x="3474720" y="658368"/>
            <a:ext cx="5349240" cy="301752"/>
          </a:xfrm>
          <a:prstGeom prst="rect">
            <a:avLst/>
          </a:prstGeom>
          <a:noFill/>
          <a:ln/>
        </p:spPr>
        <p:txBody>
          <a:bodyPr wrap="square" lIns="0" tIns="0" rIns="0" bIns="0" rtlCol="0" anchor="t"/>
          <a:lstStyle/>
          <a:p>
            <a:pPr marL="0" indent="0" algn="l">
              <a:buNone/>
            </a:pPr>
            <a:r>
              <a:rPr lang="en-US" sz="1100" dirty="0">
                <a:solidFill>
                  <a:srgbClr val="6E7681"/>
                </a:solidFill>
                <a:latin typeface="Courier New" pitchFamily="34" charset="0"/>
                <a:ea typeface="Courier New" pitchFamily="34" charset="-122"/>
                <a:cs typeface="Courier New" pitchFamily="34" charset="-120"/>
              </a:rPr>
              <a:t># Link local repo to GitHub</a:t>
            </a:r>
            <a:endParaRPr lang="en-US" sz="1100" dirty="0"/>
          </a:p>
        </p:txBody>
      </p:sp>
      <p:sp>
        <p:nvSpPr>
          <p:cNvPr id="20" name="Text 18"/>
          <p:cNvSpPr txBox="1"/>
          <p:nvPr/>
        </p:nvSpPr>
        <p:spPr>
          <a:xfrm>
            <a:off x="3474720" y="987552"/>
            <a:ext cx="5349240" cy="301752"/>
          </a:xfrm>
          <a:prstGeom prst="rect">
            <a:avLst/>
          </a:prstGeom>
          <a:noFill/>
          <a:ln/>
        </p:spPr>
        <p:txBody>
          <a:bodyPr wrap="square" lIns="0" tIns="0" rIns="0" bIns="0" rtlCol="0" anchor="t"/>
          <a:lstStyle/>
          <a:p>
            <a:pPr marL="0" indent="0" algn="l">
              <a:buNone/>
            </a:pPr>
            <a:r>
              <a:rPr lang="en-US" sz="1100" dirty="0">
                <a:solidFill>
                  <a:srgbClr val="00C896"/>
                </a:solidFill>
                <a:latin typeface="Courier New" pitchFamily="34" charset="0"/>
                <a:ea typeface="Courier New" pitchFamily="34" charset="-122"/>
                <a:cs typeface="Courier New" pitchFamily="34" charset="-120"/>
              </a:rPr>
              <a:t>$ git remote add origin https://github.com/</a:t>
            </a:r>
            <a:endParaRPr lang="en-US" sz="1100" dirty="0"/>
          </a:p>
        </p:txBody>
      </p:sp>
      <p:sp>
        <p:nvSpPr>
          <p:cNvPr id="21" name="Text 19"/>
          <p:cNvSpPr txBox="1"/>
          <p:nvPr/>
        </p:nvSpPr>
        <p:spPr>
          <a:xfrm>
            <a:off x="3474720" y="1316736"/>
            <a:ext cx="5349240" cy="301752"/>
          </a:xfrm>
          <a:prstGeom prst="rect">
            <a:avLst/>
          </a:prstGeom>
          <a:noFill/>
          <a:ln/>
        </p:spPr>
        <p:txBody>
          <a:bodyPr wrap="square" lIns="0" tIns="0" rIns="0" bIns="0" rtlCol="0" anchor="t"/>
          <a:lstStyle/>
          <a:p>
            <a:pPr marL="0" indent="0" algn="l">
              <a:buNone/>
            </a:pPr>
            <a:r>
              <a:rPr lang="en-US" sz="1100" dirty="0">
                <a:solidFill>
                  <a:srgbClr val="00C896"/>
                </a:solidFill>
                <a:latin typeface="Courier New" pitchFamily="34" charset="0"/>
                <a:ea typeface="Courier New" pitchFamily="34" charset="-122"/>
                <a:cs typeface="Courier New" pitchFamily="34" charset="-120"/>
              </a:rPr>
              <a:t>    username/my-project.git</a:t>
            </a:r>
            <a:endParaRPr lang="en-US" sz="1100" dirty="0"/>
          </a:p>
        </p:txBody>
      </p:sp>
      <p:sp>
        <p:nvSpPr>
          <p:cNvPr id="22" name="Text 20"/>
          <p:cNvSpPr txBox="1"/>
          <p:nvPr/>
        </p:nvSpPr>
        <p:spPr>
          <a:xfrm>
            <a:off x="3474720" y="1645920"/>
            <a:ext cx="5349240" cy="301752"/>
          </a:xfrm>
          <a:prstGeom prst="rect">
            <a:avLst/>
          </a:prstGeom>
          <a:noFill/>
          <a:ln/>
        </p:spPr>
        <p:txBody>
          <a:bodyPr wrap="square" lIns="0" tIns="0" rIns="0" bIns="0" rtlCol="0" anchor="t"/>
          <a:lstStyle/>
          <a:p>
            <a:pPr marL="0" indent="0" algn="l">
              <a:buNone/>
            </a:pPr>
            <a:endParaRPr lang="en-US" sz="1100" dirty="0"/>
          </a:p>
        </p:txBody>
      </p:sp>
      <p:sp>
        <p:nvSpPr>
          <p:cNvPr id="23" name="Text 21"/>
          <p:cNvSpPr txBox="1"/>
          <p:nvPr/>
        </p:nvSpPr>
        <p:spPr>
          <a:xfrm>
            <a:off x="3474720" y="1975104"/>
            <a:ext cx="5349240" cy="301752"/>
          </a:xfrm>
          <a:prstGeom prst="rect">
            <a:avLst/>
          </a:prstGeom>
          <a:noFill/>
          <a:ln/>
        </p:spPr>
        <p:txBody>
          <a:bodyPr wrap="square" lIns="0" tIns="0" rIns="0" bIns="0" rtlCol="0" anchor="t"/>
          <a:lstStyle/>
          <a:p>
            <a:pPr marL="0" indent="0" algn="l">
              <a:buNone/>
            </a:pPr>
            <a:r>
              <a:rPr lang="en-US" sz="1100" dirty="0">
                <a:solidFill>
                  <a:srgbClr val="6E7681"/>
                </a:solidFill>
                <a:latin typeface="Courier New" pitchFamily="34" charset="0"/>
                <a:ea typeface="Courier New" pitchFamily="34" charset="-122"/>
                <a:cs typeface="Courier New" pitchFamily="34" charset="-120"/>
              </a:rPr>
              <a:t># Push commits to GitHub</a:t>
            </a:r>
            <a:endParaRPr lang="en-US" sz="1100" dirty="0"/>
          </a:p>
        </p:txBody>
      </p:sp>
      <p:sp>
        <p:nvSpPr>
          <p:cNvPr id="24" name="Text 22"/>
          <p:cNvSpPr txBox="1"/>
          <p:nvPr/>
        </p:nvSpPr>
        <p:spPr>
          <a:xfrm>
            <a:off x="3474720" y="2304288"/>
            <a:ext cx="5349240" cy="301752"/>
          </a:xfrm>
          <a:prstGeom prst="rect">
            <a:avLst/>
          </a:prstGeom>
          <a:noFill/>
          <a:ln/>
        </p:spPr>
        <p:txBody>
          <a:bodyPr wrap="square" lIns="0" tIns="0" rIns="0" bIns="0" rtlCol="0" anchor="t"/>
          <a:lstStyle/>
          <a:p>
            <a:pPr marL="0" indent="0" algn="l">
              <a:buNone/>
            </a:pPr>
            <a:r>
              <a:rPr lang="en-US" sz="1100" dirty="0">
                <a:solidFill>
                  <a:srgbClr val="00C896"/>
                </a:solidFill>
                <a:latin typeface="Courier New" pitchFamily="34" charset="0"/>
                <a:ea typeface="Courier New" pitchFamily="34" charset="-122"/>
                <a:cs typeface="Courier New" pitchFamily="34" charset="-120"/>
              </a:rPr>
              <a:t>$ git push -u origin main</a:t>
            </a:r>
            <a:endParaRPr lang="en-US" sz="1100" dirty="0"/>
          </a:p>
        </p:txBody>
      </p:sp>
      <p:sp>
        <p:nvSpPr>
          <p:cNvPr id="25" name="Text 23"/>
          <p:cNvSpPr txBox="1"/>
          <p:nvPr/>
        </p:nvSpPr>
        <p:spPr>
          <a:xfrm>
            <a:off x="3474720" y="2633472"/>
            <a:ext cx="5349240" cy="301752"/>
          </a:xfrm>
          <a:prstGeom prst="rect">
            <a:avLst/>
          </a:prstGeom>
          <a:noFill/>
          <a:ln/>
        </p:spPr>
        <p:txBody>
          <a:bodyPr wrap="square" lIns="0" tIns="0" rIns="0" bIns="0" rtlCol="0" anchor="t"/>
          <a:lstStyle/>
          <a:p>
            <a:pPr marL="0" indent="0" algn="l">
              <a:buNone/>
            </a:pPr>
            <a:endParaRPr lang="en-US" sz="1100" dirty="0"/>
          </a:p>
        </p:txBody>
      </p:sp>
      <p:sp>
        <p:nvSpPr>
          <p:cNvPr id="26" name="Text 24"/>
          <p:cNvSpPr txBox="1"/>
          <p:nvPr/>
        </p:nvSpPr>
        <p:spPr>
          <a:xfrm>
            <a:off x="3474720" y="2962656"/>
            <a:ext cx="5349240" cy="301752"/>
          </a:xfrm>
          <a:prstGeom prst="rect">
            <a:avLst/>
          </a:prstGeom>
          <a:noFill/>
          <a:ln/>
        </p:spPr>
        <p:txBody>
          <a:bodyPr wrap="square" lIns="0" tIns="0" rIns="0" bIns="0" rtlCol="0" anchor="t"/>
          <a:lstStyle/>
          <a:p>
            <a:pPr marL="0" indent="0" algn="l">
              <a:buNone/>
            </a:pPr>
            <a:r>
              <a:rPr lang="en-US" sz="1100" dirty="0">
                <a:solidFill>
                  <a:srgbClr val="6E7681"/>
                </a:solidFill>
                <a:latin typeface="Courier New" pitchFamily="34" charset="0"/>
                <a:ea typeface="Courier New" pitchFamily="34" charset="-122"/>
                <a:cs typeface="Courier New" pitchFamily="34" charset="-120"/>
              </a:rPr>
              <a:t># Get teammates latest changes</a:t>
            </a:r>
            <a:endParaRPr lang="en-US" sz="1100" dirty="0"/>
          </a:p>
        </p:txBody>
      </p:sp>
      <p:sp>
        <p:nvSpPr>
          <p:cNvPr id="27" name="Text 25"/>
          <p:cNvSpPr txBox="1"/>
          <p:nvPr/>
        </p:nvSpPr>
        <p:spPr>
          <a:xfrm>
            <a:off x="3474720" y="3291840"/>
            <a:ext cx="5349240" cy="301752"/>
          </a:xfrm>
          <a:prstGeom prst="rect">
            <a:avLst/>
          </a:prstGeom>
          <a:noFill/>
          <a:ln/>
        </p:spPr>
        <p:txBody>
          <a:bodyPr wrap="square" lIns="0" tIns="0" rIns="0" bIns="0" rtlCol="0" anchor="t"/>
          <a:lstStyle/>
          <a:p>
            <a:pPr marL="0" indent="0" algn="l">
              <a:buNone/>
            </a:pPr>
            <a:r>
              <a:rPr lang="en-US" sz="1100" dirty="0">
                <a:solidFill>
                  <a:srgbClr val="00C896"/>
                </a:solidFill>
                <a:latin typeface="Courier New" pitchFamily="34" charset="0"/>
                <a:ea typeface="Courier New" pitchFamily="34" charset="-122"/>
                <a:cs typeface="Courier New" pitchFamily="34" charset="-120"/>
              </a:rPr>
              <a:t>$ git pull origin main</a:t>
            </a:r>
            <a:endParaRPr lang="en-US" sz="1100" dirty="0"/>
          </a:p>
        </p:txBody>
      </p:sp>
      <p:sp>
        <p:nvSpPr>
          <p:cNvPr id="28" name="Text 26"/>
          <p:cNvSpPr txBox="1"/>
          <p:nvPr/>
        </p:nvSpPr>
        <p:spPr>
          <a:xfrm>
            <a:off x="3474720" y="3621024"/>
            <a:ext cx="5349240" cy="301752"/>
          </a:xfrm>
          <a:prstGeom prst="rect">
            <a:avLst/>
          </a:prstGeom>
          <a:noFill/>
          <a:ln/>
        </p:spPr>
        <p:txBody>
          <a:bodyPr wrap="square" lIns="0" tIns="0" rIns="0" bIns="0" rtlCol="0" anchor="t"/>
          <a:lstStyle/>
          <a:p>
            <a:pPr marL="0" indent="0" algn="l">
              <a:buNone/>
            </a:pPr>
            <a:endParaRPr lang="en-US" sz="1100" dirty="0"/>
          </a:p>
        </p:txBody>
      </p:sp>
      <p:sp>
        <p:nvSpPr>
          <p:cNvPr id="29" name="Text 27"/>
          <p:cNvSpPr txBox="1"/>
          <p:nvPr/>
        </p:nvSpPr>
        <p:spPr>
          <a:xfrm>
            <a:off x="3474720" y="3950208"/>
            <a:ext cx="5349240" cy="301752"/>
          </a:xfrm>
          <a:prstGeom prst="rect">
            <a:avLst/>
          </a:prstGeom>
          <a:noFill/>
          <a:ln/>
        </p:spPr>
        <p:txBody>
          <a:bodyPr wrap="square" lIns="0" tIns="0" rIns="0" bIns="0" rtlCol="0" anchor="t"/>
          <a:lstStyle/>
          <a:p>
            <a:pPr marL="0" indent="0" algn="l">
              <a:buNone/>
            </a:pPr>
            <a:r>
              <a:rPr lang="en-US" sz="1100" dirty="0">
                <a:solidFill>
                  <a:srgbClr val="6E7681"/>
                </a:solidFill>
                <a:latin typeface="Courier New" pitchFamily="34" charset="0"/>
                <a:ea typeface="Courier New" pitchFamily="34" charset="-122"/>
                <a:cs typeface="Courier New" pitchFamily="34" charset="-120"/>
              </a:rPr>
              <a:t># Copy someone else's repo</a:t>
            </a:r>
            <a:endParaRPr lang="en-US" sz="1100" dirty="0"/>
          </a:p>
        </p:txBody>
      </p:sp>
      <p:sp>
        <p:nvSpPr>
          <p:cNvPr id="30" name="Text 28"/>
          <p:cNvSpPr txBox="1"/>
          <p:nvPr/>
        </p:nvSpPr>
        <p:spPr>
          <a:xfrm>
            <a:off x="3474720" y="4279392"/>
            <a:ext cx="5349240" cy="301752"/>
          </a:xfrm>
          <a:prstGeom prst="rect">
            <a:avLst/>
          </a:prstGeom>
          <a:noFill/>
          <a:ln/>
        </p:spPr>
        <p:txBody>
          <a:bodyPr wrap="square" lIns="0" tIns="0" rIns="0" bIns="0" rtlCol="0" anchor="t"/>
          <a:lstStyle/>
          <a:p>
            <a:pPr marL="0" indent="0" algn="l">
              <a:buNone/>
            </a:pPr>
            <a:r>
              <a:rPr lang="en-US" sz="1100" dirty="0">
                <a:solidFill>
                  <a:srgbClr val="00C896"/>
                </a:solidFill>
                <a:latin typeface="Courier New" pitchFamily="34" charset="0"/>
                <a:ea typeface="Courier New" pitchFamily="34" charset="-122"/>
                <a:cs typeface="Courier New" pitchFamily="34" charset="-120"/>
              </a:rPr>
              <a:t>$ git clone https://github.com/user/repo</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2540"/>
          </a:solidFill>
          <a:ln/>
        </p:spPr>
      </p:sp>
      <p:sp>
        <p:nvSpPr>
          <p:cNvPr id="3" name="Shape 1"/>
          <p:cNvSpPr/>
          <p:nvPr/>
        </p:nvSpPr>
        <p:spPr>
          <a:xfrm>
            <a:off x="0" y="0"/>
            <a:ext cx="9144000" cy="109728"/>
          </a:xfrm>
          <a:prstGeom prst="rect">
            <a:avLst/>
          </a:prstGeom>
          <a:solidFill>
            <a:srgbClr val="F7DF1E"/>
          </a:solidFill>
          <a:ln/>
        </p:spPr>
      </p:sp>
      <p:sp>
        <p:nvSpPr>
          <p:cNvPr id="4" name="Text 2"/>
          <p:cNvSpPr txBox="1"/>
          <p:nvPr/>
        </p:nvSpPr>
        <p:spPr>
          <a:xfrm>
            <a:off x="365760" y="182880"/>
            <a:ext cx="8412480" cy="59436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GitHub Collaboration Workflow</a:t>
            </a:r>
            <a:endParaRPr lang="en-US" sz="2400" dirty="0"/>
          </a:p>
        </p:txBody>
      </p:sp>
      <p:sp>
        <p:nvSpPr>
          <p:cNvPr id="5" name="Shape 3"/>
          <p:cNvSpPr/>
          <p:nvPr/>
        </p:nvSpPr>
        <p:spPr>
          <a:xfrm>
            <a:off x="365760" y="960120"/>
            <a:ext cx="2743200" cy="1691640"/>
          </a:xfrm>
          <a:prstGeom prst="rect">
            <a:avLst/>
          </a:prstGeom>
          <a:solidFill>
            <a:srgbClr val="1E3060"/>
          </a:solidFill>
          <a:ln w="12700">
            <a:solidFill>
              <a:srgbClr val="F7DF1E"/>
            </a:solidFill>
            <a:prstDash val="solid"/>
          </a:ln>
        </p:spPr>
      </p:sp>
      <p:sp>
        <p:nvSpPr>
          <p:cNvPr id="6" name="Shape 4"/>
          <p:cNvSpPr/>
          <p:nvPr/>
        </p:nvSpPr>
        <p:spPr>
          <a:xfrm>
            <a:off x="502920" y="1051560"/>
            <a:ext cx="502920" cy="502920"/>
          </a:xfrm>
          <a:prstGeom prst="ellipse">
            <a:avLst/>
          </a:prstGeom>
          <a:solidFill>
            <a:srgbClr val="F7DF1E"/>
          </a:solidFill>
          <a:ln/>
        </p:spPr>
      </p:sp>
      <p:sp>
        <p:nvSpPr>
          <p:cNvPr id="7" name="Text 5"/>
          <p:cNvSpPr txBox="1"/>
          <p:nvPr/>
        </p:nvSpPr>
        <p:spPr>
          <a:xfrm>
            <a:off x="502920" y="1051560"/>
            <a:ext cx="502920" cy="502920"/>
          </a:xfrm>
          <a:prstGeom prst="rect">
            <a:avLst/>
          </a:prstGeom>
          <a:noFill/>
          <a:ln/>
        </p:spPr>
        <p:txBody>
          <a:bodyPr wrap="square" lIns="0" tIns="0" rIns="0" bIns="0" rtlCol="0" anchor="ctr"/>
          <a:lstStyle/>
          <a:p>
            <a:pPr marL="0" indent="0" algn="ctr">
              <a:buNone/>
            </a:pPr>
            <a:r>
              <a:rPr lang="en-US" sz="1300" b="1" dirty="0">
                <a:solidFill>
                  <a:srgbClr val="1A2540"/>
                </a:solidFill>
              </a:rPr>
              <a:t>1</a:t>
            </a:r>
            <a:endParaRPr lang="en-US" sz="1300" dirty="0"/>
          </a:p>
        </p:txBody>
      </p:sp>
      <p:sp>
        <p:nvSpPr>
          <p:cNvPr id="8" name="Text 6"/>
          <p:cNvSpPr txBox="1"/>
          <p:nvPr/>
        </p:nvSpPr>
        <p:spPr>
          <a:xfrm>
            <a:off x="1097280" y="1097280"/>
            <a:ext cx="1920240" cy="457200"/>
          </a:xfrm>
          <a:prstGeom prst="rect">
            <a:avLst/>
          </a:prstGeom>
          <a:noFill/>
          <a:ln/>
        </p:spPr>
        <p:txBody>
          <a:bodyPr wrap="square" lIns="0" tIns="0" rIns="0" bIns="0" rtlCol="0" anchor="ctr"/>
          <a:lstStyle/>
          <a:p>
            <a:pPr marL="0" indent="0">
              <a:buNone/>
            </a:pPr>
            <a:r>
              <a:rPr lang="en-US" sz="1500" b="1" dirty="0">
                <a:solidFill>
                  <a:srgbClr val="F7DF1E"/>
                </a:solidFill>
                <a:latin typeface="Calibri" pitchFamily="34" charset="0"/>
                <a:ea typeface="Calibri" pitchFamily="34" charset="-122"/>
                <a:cs typeface="Calibri" pitchFamily="34" charset="-120"/>
              </a:rPr>
              <a:t>🍴  Fork</a:t>
            </a:r>
            <a:endParaRPr lang="en-US" sz="1500" dirty="0"/>
          </a:p>
        </p:txBody>
      </p:sp>
      <p:sp>
        <p:nvSpPr>
          <p:cNvPr id="9" name="Text 7"/>
          <p:cNvSpPr txBox="1"/>
          <p:nvPr/>
        </p:nvSpPr>
        <p:spPr>
          <a:xfrm>
            <a:off x="502920" y="1645920"/>
            <a:ext cx="2514600" cy="822960"/>
          </a:xfrm>
          <a:prstGeom prst="rect">
            <a:avLst/>
          </a:prstGeom>
          <a:noFill/>
          <a:ln/>
        </p:spPr>
        <p:txBody>
          <a:bodyPr wrap="square" lIns="0" tIns="0" rIns="0" bIns="0" rtlCol="0" anchor="ctr"/>
          <a:lstStyle/>
          <a:p>
            <a:pPr marL="0" indent="0">
              <a:buNone/>
            </a:pPr>
            <a:r>
              <a:rPr lang="en-US" sz="1200" dirty="0">
                <a:solidFill>
                  <a:srgbClr val="8892B0"/>
                </a:solidFill>
                <a:latin typeface="Calibri" pitchFamily="34" charset="0"/>
                <a:ea typeface="Calibri" pitchFamily="34" charset="-122"/>
                <a:cs typeface="Calibri" pitchFamily="34" charset="-120"/>
              </a:rPr>
              <a:t>Copy the repo to your GitHub account</a:t>
            </a:r>
            <a:endParaRPr lang="en-US" sz="1200" dirty="0"/>
          </a:p>
        </p:txBody>
      </p:sp>
      <p:sp>
        <p:nvSpPr>
          <p:cNvPr id="10" name="Shape 8"/>
          <p:cNvSpPr/>
          <p:nvPr/>
        </p:nvSpPr>
        <p:spPr>
          <a:xfrm>
            <a:off x="3291840" y="960120"/>
            <a:ext cx="2743200" cy="1691640"/>
          </a:xfrm>
          <a:prstGeom prst="rect">
            <a:avLst/>
          </a:prstGeom>
          <a:solidFill>
            <a:srgbClr val="1E3060"/>
          </a:solidFill>
          <a:ln w="12700">
            <a:solidFill>
              <a:srgbClr val="F7DF1E"/>
            </a:solidFill>
            <a:prstDash val="solid"/>
          </a:ln>
        </p:spPr>
      </p:sp>
      <p:sp>
        <p:nvSpPr>
          <p:cNvPr id="11" name="Shape 9"/>
          <p:cNvSpPr/>
          <p:nvPr/>
        </p:nvSpPr>
        <p:spPr>
          <a:xfrm>
            <a:off x="3429000" y="1051560"/>
            <a:ext cx="502920" cy="502920"/>
          </a:xfrm>
          <a:prstGeom prst="ellipse">
            <a:avLst/>
          </a:prstGeom>
          <a:solidFill>
            <a:srgbClr val="F7DF1E"/>
          </a:solidFill>
          <a:ln/>
        </p:spPr>
      </p:sp>
      <p:sp>
        <p:nvSpPr>
          <p:cNvPr id="12" name="Text 10"/>
          <p:cNvSpPr txBox="1"/>
          <p:nvPr/>
        </p:nvSpPr>
        <p:spPr>
          <a:xfrm>
            <a:off x="3429000" y="1051560"/>
            <a:ext cx="502920" cy="502920"/>
          </a:xfrm>
          <a:prstGeom prst="rect">
            <a:avLst/>
          </a:prstGeom>
          <a:noFill/>
          <a:ln/>
        </p:spPr>
        <p:txBody>
          <a:bodyPr wrap="square" lIns="0" tIns="0" rIns="0" bIns="0" rtlCol="0" anchor="ctr"/>
          <a:lstStyle/>
          <a:p>
            <a:pPr marL="0" indent="0" algn="ctr">
              <a:buNone/>
            </a:pPr>
            <a:r>
              <a:rPr lang="en-US" sz="1300" b="1" dirty="0">
                <a:solidFill>
                  <a:srgbClr val="1A2540"/>
                </a:solidFill>
              </a:rPr>
              <a:t>2</a:t>
            </a:r>
            <a:endParaRPr lang="en-US" sz="1300" dirty="0"/>
          </a:p>
        </p:txBody>
      </p:sp>
      <p:sp>
        <p:nvSpPr>
          <p:cNvPr id="13" name="Text 11"/>
          <p:cNvSpPr txBox="1"/>
          <p:nvPr/>
        </p:nvSpPr>
        <p:spPr>
          <a:xfrm>
            <a:off x="4023360" y="1097280"/>
            <a:ext cx="1920240" cy="457200"/>
          </a:xfrm>
          <a:prstGeom prst="rect">
            <a:avLst/>
          </a:prstGeom>
          <a:noFill/>
          <a:ln/>
        </p:spPr>
        <p:txBody>
          <a:bodyPr wrap="square" lIns="0" tIns="0" rIns="0" bIns="0" rtlCol="0" anchor="ctr"/>
          <a:lstStyle/>
          <a:p>
            <a:pPr marL="0" indent="0">
              <a:buNone/>
            </a:pPr>
            <a:r>
              <a:rPr lang="en-US" sz="1500" b="1" dirty="0">
                <a:solidFill>
                  <a:srgbClr val="F7DF1E"/>
                </a:solidFill>
                <a:latin typeface="Calibri" pitchFamily="34" charset="0"/>
                <a:ea typeface="Calibri" pitchFamily="34" charset="-122"/>
                <a:cs typeface="Calibri" pitchFamily="34" charset="-120"/>
              </a:rPr>
              <a:t>💻  Clone</a:t>
            </a:r>
            <a:endParaRPr lang="en-US" sz="1500" dirty="0"/>
          </a:p>
        </p:txBody>
      </p:sp>
      <p:sp>
        <p:nvSpPr>
          <p:cNvPr id="14" name="Text 12"/>
          <p:cNvSpPr txBox="1"/>
          <p:nvPr/>
        </p:nvSpPr>
        <p:spPr>
          <a:xfrm>
            <a:off x="3429000" y="1645920"/>
            <a:ext cx="2514600" cy="822960"/>
          </a:xfrm>
          <a:prstGeom prst="rect">
            <a:avLst/>
          </a:prstGeom>
          <a:noFill/>
          <a:ln/>
        </p:spPr>
        <p:txBody>
          <a:bodyPr wrap="square" lIns="0" tIns="0" rIns="0" bIns="0" rtlCol="0" anchor="ctr"/>
          <a:lstStyle/>
          <a:p>
            <a:pPr marL="0" indent="0">
              <a:buNone/>
            </a:pPr>
            <a:r>
              <a:rPr lang="en-US" sz="1200" dirty="0">
                <a:solidFill>
                  <a:srgbClr val="8892B0"/>
                </a:solidFill>
                <a:latin typeface="Calibri" pitchFamily="34" charset="0"/>
                <a:ea typeface="Calibri" pitchFamily="34" charset="-122"/>
                <a:cs typeface="Calibri" pitchFamily="34" charset="-120"/>
              </a:rPr>
              <a:t>Download your fork to your laptop</a:t>
            </a:r>
            <a:endParaRPr lang="en-US" sz="1200" dirty="0"/>
          </a:p>
        </p:txBody>
      </p:sp>
      <p:sp>
        <p:nvSpPr>
          <p:cNvPr id="15" name="Shape 13"/>
          <p:cNvSpPr/>
          <p:nvPr/>
        </p:nvSpPr>
        <p:spPr>
          <a:xfrm>
            <a:off x="6217920" y="960120"/>
            <a:ext cx="2743200" cy="1691640"/>
          </a:xfrm>
          <a:prstGeom prst="rect">
            <a:avLst/>
          </a:prstGeom>
          <a:solidFill>
            <a:srgbClr val="1E3060"/>
          </a:solidFill>
          <a:ln w="12700">
            <a:solidFill>
              <a:srgbClr val="F7DF1E"/>
            </a:solidFill>
            <a:prstDash val="solid"/>
          </a:ln>
        </p:spPr>
      </p:sp>
      <p:sp>
        <p:nvSpPr>
          <p:cNvPr id="16" name="Shape 14"/>
          <p:cNvSpPr/>
          <p:nvPr/>
        </p:nvSpPr>
        <p:spPr>
          <a:xfrm>
            <a:off x="6355080" y="1051560"/>
            <a:ext cx="502920" cy="502920"/>
          </a:xfrm>
          <a:prstGeom prst="ellipse">
            <a:avLst/>
          </a:prstGeom>
          <a:solidFill>
            <a:srgbClr val="F7DF1E"/>
          </a:solidFill>
          <a:ln/>
        </p:spPr>
      </p:sp>
      <p:sp>
        <p:nvSpPr>
          <p:cNvPr id="17" name="Text 15"/>
          <p:cNvSpPr txBox="1"/>
          <p:nvPr/>
        </p:nvSpPr>
        <p:spPr>
          <a:xfrm>
            <a:off x="6355080" y="1051560"/>
            <a:ext cx="502920" cy="502920"/>
          </a:xfrm>
          <a:prstGeom prst="rect">
            <a:avLst/>
          </a:prstGeom>
          <a:noFill/>
          <a:ln/>
        </p:spPr>
        <p:txBody>
          <a:bodyPr wrap="square" lIns="0" tIns="0" rIns="0" bIns="0" rtlCol="0" anchor="ctr"/>
          <a:lstStyle/>
          <a:p>
            <a:pPr marL="0" indent="0" algn="ctr">
              <a:buNone/>
            </a:pPr>
            <a:r>
              <a:rPr lang="en-US" sz="1300" b="1" dirty="0">
                <a:solidFill>
                  <a:srgbClr val="1A2540"/>
                </a:solidFill>
              </a:rPr>
              <a:t>3</a:t>
            </a:r>
            <a:endParaRPr lang="en-US" sz="1300" dirty="0"/>
          </a:p>
        </p:txBody>
      </p:sp>
      <p:sp>
        <p:nvSpPr>
          <p:cNvPr id="18" name="Text 16"/>
          <p:cNvSpPr txBox="1"/>
          <p:nvPr/>
        </p:nvSpPr>
        <p:spPr>
          <a:xfrm>
            <a:off x="6949440" y="1097280"/>
            <a:ext cx="1920240" cy="457200"/>
          </a:xfrm>
          <a:prstGeom prst="rect">
            <a:avLst/>
          </a:prstGeom>
          <a:noFill/>
          <a:ln/>
        </p:spPr>
        <p:txBody>
          <a:bodyPr wrap="square" lIns="0" tIns="0" rIns="0" bIns="0" rtlCol="0" anchor="ctr"/>
          <a:lstStyle/>
          <a:p>
            <a:pPr marL="0" indent="0">
              <a:buNone/>
            </a:pPr>
            <a:r>
              <a:rPr lang="en-US" sz="1500" b="1" dirty="0">
                <a:solidFill>
                  <a:srgbClr val="F7DF1E"/>
                </a:solidFill>
                <a:latin typeface="Calibri" pitchFamily="34" charset="0"/>
                <a:ea typeface="Calibri" pitchFamily="34" charset="-122"/>
                <a:cs typeface="Calibri" pitchFamily="34" charset="-120"/>
              </a:rPr>
              <a:t>🌿  Branch</a:t>
            </a:r>
            <a:endParaRPr lang="en-US" sz="1500" dirty="0"/>
          </a:p>
        </p:txBody>
      </p:sp>
      <p:sp>
        <p:nvSpPr>
          <p:cNvPr id="19" name="Text 17"/>
          <p:cNvSpPr txBox="1"/>
          <p:nvPr/>
        </p:nvSpPr>
        <p:spPr>
          <a:xfrm>
            <a:off x="6355080" y="1645920"/>
            <a:ext cx="2514600" cy="822960"/>
          </a:xfrm>
          <a:prstGeom prst="rect">
            <a:avLst/>
          </a:prstGeom>
          <a:noFill/>
          <a:ln/>
        </p:spPr>
        <p:txBody>
          <a:bodyPr wrap="square" lIns="0" tIns="0" rIns="0" bIns="0" rtlCol="0" anchor="ctr"/>
          <a:lstStyle/>
          <a:p>
            <a:pPr marL="0" indent="0">
              <a:buNone/>
            </a:pPr>
            <a:r>
              <a:rPr lang="en-US" sz="1200" dirty="0">
                <a:solidFill>
                  <a:srgbClr val="8892B0"/>
                </a:solidFill>
                <a:latin typeface="Calibri" pitchFamily="34" charset="0"/>
                <a:ea typeface="Calibri" pitchFamily="34" charset="-122"/>
                <a:cs typeface="Calibri" pitchFamily="34" charset="-120"/>
              </a:rPr>
              <a:t>Create a feature branch</a:t>
            </a:r>
            <a:endParaRPr lang="en-US" sz="1200" dirty="0"/>
          </a:p>
        </p:txBody>
      </p:sp>
      <p:sp>
        <p:nvSpPr>
          <p:cNvPr id="20" name="Shape 18"/>
          <p:cNvSpPr/>
          <p:nvPr/>
        </p:nvSpPr>
        <p:spPr>
          <a:xfrm>
            <a:off x="365760" y="2880360"/>
            <a:ext cx="2743200" cy="1691640"/>
          </a:xfrm>
          <a:prstGeom prst="rect">
            <a:avLst/>
          </a:prstGeom>
          <a:solidFill>
            <a:srgbClr val="1E3060"/>
          </a:solidFill>
          <a:ln w="12700">
            <a:solidFill>
              <a:srgbClr val="F7DF1E"/>
            </a:solidFill>
            <a:prstDash val="solid"/>
          </a:ln>
        </p:spPr>
      </p:sp>
      <p:sp>
        <p:nvSpPr>
          <p:cNvPr id="21" name="Shape 19"/>
          <p:cNvSpPr/>
          <p:nvPr/>
        </p:nvSpPr>
        <p:spPr>
          <a:xfrm>
            <a:off x="502920" y="2971800"/>
            <a:ext cx="502920" cy="502920"/>
          </a:xfrm>
          <a:prstGeom prst="ellipse">
            <a:avLst/>
          </a:prstGeom>
          <a:solidFill>
            <a:srgbClr val="F7DF1E"/>
          </a:solidFill>
          <a:ln/>
        </p:spPr>
      </p:sp>
      <p:sp>
        <p:nvSpPr>
          <p:cNvPr id="22" name="Text 20"/>
          <p:cNvSpPr txBox="1"/>
          <p:nvPr/>
        </p:nvSpPr>
        <p:spPr>
          <a:xfrm>
            <a:off x="502920" y="2971800"/>
            <a:ext cx="502920" cy="502920"/>
          </a:xfrm>
          <a:prstGeom prst="rect">
            <a:avLst/>
          </a:prstGeom>
          <a:noFill/>
          <a:ln/>
        </p:spPr>
        <p:txBody>
          <a:bodyPr wrap="square" lIns="0" tIns="0" rIns="0" bIns="0" rtlCol="0" anchor="ctr"/>
          <a:lstStyle/>
          <a:p>
            <a:pPr marL="0" indent="0" algn="ctr">
              <a:buNone/>
            </a:pPr>
            <a:r>
              <a:rPr lang="en-US" sz="1300" b="1" dirty="0">
                <a:solidFill>
                  <a:srgbClr val="1A2540"/>
                </a:solidFill>
              </a:rPr>
              <a:t>4</a:t>
            </a:r>
            <a:endParaRPr lang="en-US" sz="1300" dirty="0"/>
          </a:p>
        </p:txBody>
      </p:sp>
      <p:sp>
        <p:nvSpPr>
          <p:cNvPr id="23" name="Text 21"/>
          <p:cNvSpPr txBox="1"/>
          <p:nvPr/>
        </p:nvSpPr>
        <p:spPr>
          <a:xfrm>
            <a:off x="1097280" y="3017520"/>
            <a:ext cx="1920240" cy="457200"/>
          </a:xfrm>
          <a:prstGeom prst="rect">
            <a:avLst/>
          </a:prstGeom>
          <a:noFill/>
          <a:ln/>
        </p:spPr>
        <p:txBody>
          <a:bodyPr wrap="square" lIns="0" tIns="0" rIns="0" bIns="0" rtlCol="0" anchor="ctr"/>
          <a:lstStyle/>
          <a:p>
            <a:pPr marL="0" indent="0">
              <a:buNone/>
            </a:pPr>
            <a:r>
              <a:rPr lang="en-US" sz="1500" b="1" dirty="0">
                <a:solidFill>
                  <a:srgbClr val="F7DF1E"/>
                </a:solidFill>
                <a:latin typeface="Calibri" pitchFamily="34" charset="0"/>
                <a:ea typeface="Calibri" pitchFamily="34" charset="-122"/>
                <a:cs typeface="Calibri" pitchFamily="34" charset="-120"/>
              </a:rPr>
              <a:t>✏️  Edit &amp; Commit</a:t>
            </a:r>
            <a:endParaRPr lang="en-US" sz="1500" dirty="0"/>
          </a:p>
        </p:txBody>
      </p:sp>
      <p:sp>
        <p:nvSpPr>
          <p:cNvPr id="24" name="Text 22"/>
          <p:cNvSpPr txBox="1"/>
          <p:nvPr/>
        </p:nvSpPr>
        <p:spPr>
          <a:xfrm>
            <a:off x="502920" y="3566160"/>
            <a:ext cx="2514600" cy="822960"/>
          </a:xfrm>
          <a:prstGeom prst="rect">
            <a:avLst/>
          </a:prstGeom>
          <a:noFill/>
          <a:ln/>
        </p:spPr>
        <p:txBody>
          <a:bodyPr wrap="square" lIns="0" tIns="0" rIns="0" bIns="0" rtlCol="0" anchor="ctr"/>
          <a:lstStyle/>
          <a:p>
            <a:pPr marL="0" indent="0">
              <a:buNone/>
            </a:pPr>
            <a:r>
              <a:rPr lang="en-US" sz="1200" dirty="0">
                <a:solidFill>
                  <a:srgbClr val="8892B0"/>
                </a:solidFill>
                <a:latin typeface="Calibri" pitchFamily="34" charset="0"/>
                <a:ea typeface="Calibri" pitchFamily="34" charset="-122"/>
                <a:cs typeface="Calibri" pitchFamily="34" charset="-120"/>
              </a:rPr>
              <a:t>Make changes and commit them</a:t>
            </a:r>
            <a:endParaRPr lang="en-US" sz="1200" dirty="0"/>
          </a:p>
        </p:txBody>
      </p:sp>
      <p:sp>
        <p:nvSpPr>
          <p:cNvPr id="25" name="Shape 23"/>
          <p:cNvSpPr/>
          <p:nvPr/>
        </p:nvSpPr>
        <p:spPr>
          <a:xfrm>
            <a:off x="3291840" y="2880360"/>
            <a:ext cx="2743200" cy="1691640"/>
          </a:xfrm>
          <a:prstGeom prst="rect">
            <a:avLst/>
          </a:prstGeom>
          <a:solidFill>
            <a:srgbClr val="1E3060"/>
          </a:solidFill>
          <a:ln w="12700">
            <a:solidFill>
              <a:srgbClr val="F7DF1E"/>
            </a:solidFill>
            <a:prstDash val="solid"/>
          </a:ln>
        </p:spPr>
      </p:sp>
      <p:sp>
        <p:nvSpPr>
          <p:cNvPr id="26" name="Shape 24"/>
          <p:cNvSpPr/>
          <p:nvPr/>
        </p:nvSpPr>
        <p:spPr>
          <a:xfrm>
            <a:off x="3429000" y="2971800"/>
            <a:ext cx="502920" cy="502920"/>
          </a:xfrm>
          <a:prstGeom prst="ellipse">
            <a:avLst/>
          </a:prstGeom>
          <a:solidFill>
            <a:srgbClr val="F7DF1E"/>
          </a:solidFill>
          <a:ln/>
        </p:spPr>
      </p:sp>
      <p:sp>
        <p:nvSpPr>
          <p:cNvPr id="27" name="Text 25"/>
          <p:cNvSpPr txBox="1"/>
          <p:nvPr/>
        </p:nvSpPr>
        <p:spPr>
          <a:xfrm>
            <a:off x="3429000" y="2971800"/>
            <a:ext cx="502920" cy="502920"/>
          </a:xfrm>
          <a:prstGeom prst="rect">
            <a:avLst/>
          </a:prstGeom>
          <a:noFill/>
          <a:ln/>
        </p:spPr>
        <p:txBody>
          <a:bodyPr wrap="square" lIns="0" tIns="0" rIns="0" bIns="0" rtlCol="0" anchor="ctr"/>
          <a:lstStyle/>
          <a:p>
            <a:pPr marL="0" indent="0" algn="ctr">
              <a:buNone/>
            </a:pPr>
            <a:r>
              <a:rPr lang="en-US" sz="1300" b="1" dirty="0">
                <a:solidFill>
                  <a:srgbClr val="1A2540"/>
                </a:solidFill>
              </a:rPr>
              <a:t>5</a:t>
            </a:r>
            <a:endParaRPr lang="en-US" sz="1300" dirty="0"/>
          </a:p>
        </p:txBody>
      </p:sp>
      <p:sp>
        <p:nvSpPr>
          <p:cNvPr id="28" name="Text 26"/>
          <p:cNvSpPr txBox="1"/>
          <p:nvPr/>
        </p:nvSpPr>
        <p:spPr>
          <a:xfrm>
            <a:off x="4023360" y="3017520"/>
            <a:ext cx="1920240" cy="457200"/>
          </a:xfrm>
          <a:prstGeom prst="rect">
            <a:avLst/>
          </a:prstGeom>
          <a:noFill/>
          <a:ln/>
        </p:spPr>
        <p:txBody>
          <a:bodyPr wrap="square" lIns="0" tIns="0" rIns="0" bIns="0" rtlCol="0" anchor="ctr"/>
          <a:lstStyle/>
          <a:p>
            <a:pPr marL="0" indent="0">
              <a:buNone/>
            </a:pPr>
            <a:r>
              <a:rPr lang="en-US" sz="1500" b="1" dirty="0">
                <a:solidFill>
                  <a:srgbClr val="F7DF1E"/>
                </a:solidFill>
                <a:latin typeface="Calibri" pitchFamily="34" charset="0"/>
                <a:ea typeface="Calibri" pitchFamily="34" charset="-122"/>
                <a:cs typeface="Calibri" pitchFamily="34" charset="-120"/>
              </a:rPr>
              <a:t>☁️  Push</a:t>
            </a:r>
            <a:endParaRPr lang="en-US" sz="1500" dirty="0"/>
          </a:p>
        </p:txBody>
      </p:sp>
      <p:sp>
        <p:nvSpPr>
          <p:cNvPr id="29" name="Text 27"/>
          <p:cNvSpPr txBox="1"/>
          <p:nvPr/>
        </p:nvSpPr>
        <p:spPr>
          <a:xfrm>
            <a:off x="3429000" y="3566160"/>
            <a:ext cx="2514600" cy="822960"/>
          </a:xfrm>
          <a:prstGeom prst="rect">
            <a:avLst/>
          </a:prstGeom>
          <a:noFill/>
          <a:ln/>
        </p:spPr>
        <p:txBody>
          <a:bodyPr wrap="square" lIns="0" tIns="0" rIns="0" bIns="0" rtlCol="0" anchor="ctr"/>
          <a:lstStyle/>
          <a:p>
            <a:pPr marL="0" indent="0">
              <a:buNone/>
            </a:pPr>
            <a:r>
              <a:rPr lang="en-US" sz="1200" dirty="0">
                <a:solidFill>
                  <a:srgbClr val="8892B0"/>
                </a:solidFill>
                <a:latin typeface="Calibri" pitchFamily="34" charset="0"/>
                <a:ea typeface="Calibri" pitchFamily="34" charset="-122"/>
                <a:cs typeface="Calibri" pitchFamily="34" charset="-120"/>
              </a:rPr>
              <a:t>Upload your branch to GitHub</a:t>
            </a:r>
            <a:endParaRPr lang="en-US" sz="1200" dirty="0"/>
          </a:p>
        </p:txBody>
      </p:sp>
      <p:sp>
        <p:nvSpPr>
          <p:cNvPr id="30" name="Shape 28"/>
          <p:cNvSpPr/>
          <p:nvPr/>
        </p:nvSpPr>
        <p:spPr>
          <a:xfrm>
            <a:off x="6217920" y="2880360"/>
            <a:ext cx="2743200" cy="1691640"/>
          </a:xfrm>
          <a:prstGeom prst="rect">
            <a:avLst/>
          </a:prstGeom>
          <a:solidFill>
            <a:srgbClr val="1E3060"/>
          </a:solidFill>
          <a:ln w="12700">
            <a:solidFill>
              <a:srgbClr val="F7DF1E"/>
            </a:solidFill>
            <a:prstDash val="solid"/>
          </a:ln>
        </p:spPr>
      </p:sp>
      <p:sp>
        <p:nvSpPr>
          <p:cNvPr id="31" name="Shape 29"/>
          <p:cNvSpPr/>
          <p:nvPr/>
        </p:nvSpPr>
        <p:spPr>
          <a:xfrm>
            <a:off x="6355080" y="2971800"/>
            <a:ext cx="502920" cy="502920"/>
          </a:xfrm>
          <a:prstGeom prst="ellipse">
            <a:avLst/>
          </a:prstGeom>
          <a:solidFill>
            <a:srgbClr val="F7DF1E"/>
          </a:solidFill>
          <a:ln/>
        </p:spPr>
      </p:sp>
      <p:sp>
        <p:nvSpPr>
          <p:cNvPr id="32" name="Text 30"/>
          <p:cNvSpPr txBox="1"/>
          <p:nvPr/>
        </p:nvSpPr>
        <p:spPr>
          <a:xfrm>
            <a:off x="6355080" y="2971800"/>
            <a:ext cx="502920" cy="502920"/>
          </a:xfrm>
          <a:prstGeom prst="rect">
            <a:avLst/>
          </a:prstGeom>
          <a:noFill/>
          <a:ln/>
        </p:spPr>
        <p:txBody>
          <a:bodyPr wrap="square" lIns="0" tIns="0" rIns="0" bIns="0" rtlCol="0" anchor="ctr"/>
          <a:lstStyle/>
          <a:p>
            <a:pPr marL="0" indent="0" algn="ctr">
              <a:buNone/>
            </a:pPr>
            <a:r>
              <a:rPr lang="en-US" sz="1300" b="1" dirty="0">
                <a:solidFill>
                  <a:srgbClr val="1A2540"/>
                </a:solidFill>
              </a:rPr>
              <a:t>6</a:t>
            </a:r>
            <a:endParaRPr lang="en-US" sz="1300" dirty="0"/>
          </a:p>
        </p:txBody>
      </p:sp>
      <p:sp>
        <p:nvSpPr>
          <p:cNvPr id="33" name="Text 31"/>
          <p:cNvSpPr txBox="1"/>
          <p:nvPr/>
        </p:nvSpPr>
        <p:spPr>
          <a:xfrm>
            <a:off x="6949440" y="3017520"/>
            <a:ext cx="1920240" cy="457200"/>
          </a:xfrm>
          <a:prstGeom prst="rect">
            <a:avLst/>
          </a:prstGeom>
          <a:noFill/>
          <a:ln/>
        </p:spPr>
        <p:txBody>
          <a:bodyPr wrap="square" lIns="0" tIns="0" rIns="0" bIns="0" rtlCol="0" anchor="ctr"/>
          <a:lstStyle/>
          <a:p>
            <a:pPr marL="0" indent="0">
              <a:buNone/>
            </a:pPr>
            <a:r>
              <a:rPr lang="en-US" sz="1500" b="1" dirty="0">
                <a:solidFill>
                  <a:srgbClr val="F7DF1E"/>
                </a:solidFill>
                <a:latin typeface="Calibri" pitchFamily="34" charset="0"/>
                <a:ea typeface="Calibri" pitchFamily="34" charset="-122"/>
                <a:cs typeface="Calibri" pitchFamily="34" charset="-120"/>
              </a:rPr>
              <a:t>🔀  Pull Request</a:t>
            </a:r>
            <a:endParaRPr lang="en-US" sz="1500" dirty="0"/>
          </a:p>
        </p:txBody>
      </p:sp>
      <p:sp>
        <p:nvSpPr>
          <p:cNvPr id="34" name="Text 32"/>
          <p:cNvSpPr txBox="1"/>
          <p:nvPr/>
        </p:nvSpPr>
        <p:spPr>
          <a:xfrm>
            <a:off x="6355080" y="3566160"/>
            <a:ext cx="2514600" cy="822960"/>
          </a:xfrm>
          <a:prstGeom prst="rect">
            <a:avLst/>
          </a:prstGeom>
          <a:noFill/>
          <a:ln/>
        </p:spPr>
        <p:txBody>
          <a:bodyPr wrap="square" lIns="0" tIns="0" rIns="0" bIns="0" rtlCol="0" anchor="ctr"/>
          <a:lstStyle/>
          <a:p>
            <a:pPr marL="0" indent="0">
              <a:buNone/>
            </a:pPr>
            <a:r>
              <a:rPr lang="en-US" sz="1200" dirty="0">
                <a:solidFill>
                  <a:srgbClr val="8892B0"/>
                </a:solidFill>
                <a:latin typeface="Calibri" pitchFamily="34" charset="0"/>
                <a:ea typeface="Calibri" pitchFamily="34" charset="-122"/>
                <a:cs typeface="Calibri" pitchFamily="34" charset="-120"/>
              </a:rPr>
              <a:t>Ask to merge into the original repo</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4FF"/>
          </a:solidFill>
          <a:ln/>
        </p:spPr>
      </p:sp>
      <p:sp>
        <p:nvSpPr>
          <p:cNvPr id="3" name="Shape 1"/>
          <p:cNvSpPr/>
          <p:nvPr/>
        </p:nvSpPr>
        <p:spPr>
          <a:xfrm>
            <a:off x="0" y="0"/>
            <a:ext cx="9144000" cy="960120"/>
          </a:xfrm>
          <a:prstGeom prst="rect">
            <a:avLst/>
          </a:prstGeom>
          <a:solidFill>
            <a:srgbClr val="1A2540"/>
          </a:solidFill>
          <a:ln/>
        </p:spPr>
      </p:sp>
      <p:sp>
        <p:nvSpPr>
          <p:cNvPr id="4" name="Text 2"/>
          <p:cNvSpPr txBox="1"/>
          <p:nvPr/>
        </p:nvSpPr>
        <p:spPr>
          <a:xfrm>
            <a:off x="365760" y="155448"/>
            <a:ext cx="7315200" cy="5943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Live Demo — Follow Along!</a:t>
            </a:r>
            <a:endParaRPr lang="en-US" sz="2600" dirty="0"/>
          </a:p>
        </p:txBody>
      </p:sp>
      <p:sp>
        <p:nvSpPr>
          <p:cNvPr id="5" name="Text 3"/>
          <p:cNvSpPr txBox="1"/>
          <p:nvPr/>
        </p:nvSpPr>
        <p:spPr>
          <a:xfrm>
            <a:off x="6858000" y="246888"/>
            <a:ext cx="2103120" cy="365760"/>
          </a:xfrm>
          <a:prstGeom prst="rect">
            <a:avLst/>
          </a:prstGeom>
          <a:noFill/>
          <a:ln/>
        </p:spPr>
        <p:txBody>
          <a:bodyPr wrap="square" lIns="0" tIns="0" rIns="0" bIns="0" rtlCol="0" anchor="ctr"/>
          <a:lstStyle/>
          <a:p>
            <a:pPr marL="0" indent="0" algn="r">
              <a:buNone/>
            </a:pPr>
            <a:r>
              <a:rPr lang="en-US" sz="1200" dirty="0">
                <a:solidFill>
                  <a:srgbClr val="F7DF1E"/>
                </a:solidFill>
                <a:latin typeface="Calibri" pitchFamily="34" charset="0"/>
                <a:ea typeface="Calibri" pitchFamily="34" charset="-122"/>
                <a:cs typeface="Calibri" pitchFamily="34" charset="-120"/>
              </a:rPr>
              <a:t>Open your terminal now</a:t>
            </a:r>
            <a:endParaRPr lang="en-US" sz="1200" dirty="0"/>
          </a:p>
        </p:txBody>
      </p:sp>
      <p:sp>
        <p:nvSpPr>
          <p:cNvPr id="6" name="Shape 4"/>
          <p:cNvSpPr/>
          <p:nvPr/>
        </p:nvSpPr>
        <p:spPr>
          <a:xfrm>
            <a:off x="365760" y="1143000"/>
            <a:ext cx="347472" cy="347472"/>
          </a:xfrm>
          <a:prstGeom prst="ellipse">
            <a:avLst/>
          </a:prstGeom>
          <a:solidFill>
            <a:srgbClr val="F7DF1E"/>
          </a:solidFill>
          <a:ln/>
        </p:spPr>
      </p:sp>
      <p:sp>
        <p:nvSpPr>
          <p:cNvPr id="7" name="Text 5"/>
          <p:cNvSpPr txBox="1"/>
          <p:nvPr/>
        </p:nvSpPr>
        <p:spPr>
          <a:xfrm>
            <a:off x="365760" y="1143000"/>
            <a:ext cx="347472" cy="347472"/>
          </a:xfrm>
          <a:prstGeom prst="rect">
            <a:avLst/>
          </a:prstGeom>
          <a:noFill/>
          <a:ln/>
        </p:spPr>
        <p:txBody>
          <a:bodyPr wrap="square" lIns="0" tIns="0" rIns="0" bIns="0" rtlCol="0" anchor="ctr"/>
          <a:lstStyle/>
          <a:p>
            <a:pPr marL="0" indent="0" algn="ctr">
              <a:buNone/>
            </a:pPr>
            <a:r>
              <a:rPr lang="en-US" sz="1000" b="1" dirty="0">
                <a:solidFill>
                  <a:srgbClr val="1A2540"/>
                </a:solidFill>
              </a:rPr>
              <a:t>1</a:t>
            </a:r>
            <a:endParaRPr lang="en-US" sz="1000" dirty="0"/>
          </a:p>
        </p:txBody>
      </p:sp>
      <p:sp>
        <p:nvSpPr>
          <p:cNvPr id="8" name="Shape 6"/>
          <p:cNvSpPr/>
          <p:nvPr/>
        </p:nvSpPr>
        <p:spPr>
          <a:xfrm>
            <a:off x="777240" y="1097280"/>
            <a:ext cx="3886200" cy="512064"/>
          </a:xfrm>
          <a:prstGeom prst="rect">
            <a:avLst/>
          </a:prstGeom>
          <a:solidFill>
            <a:srgbClr val="0D1117"/>
          </a:solidFill>
          <a:ln/>
        </p:spPr>
      </p:sp>
      <p:sp>
        <p:nvSpPr>
          <p:cNvPr id="9" name="Text 7"/>
          <p:cNvSpPr txBox="1"/>
          <p:nvPr/>
        </p:nvSpPr>
        <p:spPr>
          <a:xfrm>
            <a:off x="868680" y="1133856"/>
            <a:ext cx="3749040" cy="438912"/>
          </a:xfrm>
          <a:prstGeom prst="rect">
            <a:avLst/>
          </a:prstGeom>
          <a:noFill/>
          <a:ln/>
        </p:spPr>
        <p:txBody>
          <a:bodyPr wrap="square" lIns="0" tIns="0" rIns="0" bIns="0" rtlCol="0" anchor="ctr"/>
          <a:lstStyle/>
          <a:p>
            <a:pPr marL="0" indent="0">
              <a:buNone/>
            </a:pPr>
            <a:r>
              <a:rPr lang="en-US" sz="1000" dirty="0">
                <a:solidFill>
                  <a:srgbClr val="64FFDA"/>
                </a:solidFill>
                <a:latin typeface="Courier New" pitchFamily="34" charset="0"/>
                <a:ea typeface="Courier New" pitchFamily="34" charset="-122"/>
                <a:cs typeface="Courier New" pitchFamily="34" charset="-120"/>
              </a:rPr>
              <a:t>mkdir book-app-git &amp;&amp; cd book-app-git</a:t>
            </a:r>
            <a:endParaRPr lang="en-US" sz="1000" dirty="0"/>
          </a:p>
        </p:txBody>
      </p:sp>
      <p:sp>
        <p:nvSpPr>
          <p:cNvPr id="10" name="Shape 8"/>
          <p:cNvSpPr/>
          <p:nvPr/>
        </p:nvSpPr>
        <p:spPr>
          <a:xfrm>
            <a:off x="365760" y="1783080"/>
            <a:ext cx="347472" cy="347472"/>
          </a:xfrm>
          <a:prstGeom prst="ellipse">
            <a:avLst/>
          </a:prstGeom>
          <a:solidFill>
            <a:srgbClr val="F7DF1E"/>
          </a:solidFill>
          <a:ln/>
        </p:spPr>
      </p:sp>
      <p:sp>
        <p:nvSpPr>
          <p:cNvPr id="11" name="Text 9"/>
          <p:cNvSpPr txBox="1"/>
          <p:nvPr/>
        </p:nvSpPr>
        <p:spPr>
          <a:xfrm>
            <a:off x="365760" y="1783080"/>
            <a:ext cx="347472" cy="347472"/>
          </a:xfrm>
          <a:prstGeom prst="rect">
            <a:avLst/>
          </a:prstGeom>
          <a:noFill/>
          <a:ln/>
        </p:spPr>
        <p:txBody>
          <a:bodyPr wrap="square" lIns="0" tIns="0" rIns="0" bIns="0" rtlCol="0" anchor="ctr"/>
          <a:lstStyle/>
          <a:p>
            <a:pPr marL="0" indent="0" algn="ctr">
              <a:buNone/>
            </a:pPr>
            <a:r>
              <a:rPr lang="en-US" sz="1000" b="1" dirty="0">
                <a:solidFill>
                  <a:srgbClr val="1A2540"/>
                </a:solidFill>
              </a:rPr>
              <a:t>2</a:t>
            </a:r>
            <a:endParaRPr lang="en-US" sz="1000" dirty="0"/>
          </a:p>
        </p:txBody>
      </p:sp>
      <p:sp>
        <p:nvSpPr>
          <p:cNvPr id="12" name="Shape 10"/>
          <p:cNvSpPr/>
          <p:nvPr/>
        </p:nvSpPr>
        <p:spPr>
          <a:xfrm>
            <a:off x="777240" y="1737360"/>
            <a:ext cx="3886200" cy="512064"/>
          </a:xfrm>
          <a:prstGeom prst="rect">
            <a:avLst/>
          </a:prstGeom>
          <a:solidFill>
            <a:srgbClr val="0D1117"/>
          </a:solidFill>
          <a:ln/>
        </p:spPr>
      </p:sp>
      <p:sp>
        <p:nvSpPr>
          <p:cNvPr id="13" name="Text 11"/>
          <p:cNvSpPr txBox="1"/>
          <p:nvPr/>
        </p:nvSpPr>
        <p:spPr>
          <a:xfrm>
            <a:off x="868680" y="1773936"/>
            <a:ext cx="3749040" cy="438912"/>
          </a:xfrm>
          <a:prstGeom prst="rect">
            <a:avLst/>
          </a:prstGeom>
          <a:noFill/>
          <a:ln/>
        </p:spPr>
        <p:txBody>
          <a:bodyPr wrap="square" lIns="0" tIns="0" rIns="0" bIns="0" rtlCol="0" anchor="ctr"/>
          <a:lstStyle/>
          <a:p>
            <a:pPr marL="0" indent="0">
              <a:buNone/>
            </a:pPr>
            <a:r>
              <a:rPr lang="en-US" sz="1000" dirty="0">
                <a:solidFill>
                  <a:srgbClr val="64FFDA"/>
                </a:solidFill>
                <a:latin typeface="Courier New" pitchFamily="34" charset="0"/>
                <a:ea typeface="Courier New" pitchFamily="34" charset="-122"/>
                <a:cs typeface="Courier New" pitchFamily="34" charset="-120"/>
              </a:rPr>
              <a:t>git init</a:t>
            </a:r>
            <a:endParaRPr lang="en-US" sz="1000" dirty="0"/>
          </a:p>
        </p:txBody>
      </p:sp>
      <p:sp>
        <p:nvSpPr>
          <p:cNvPr id="14" name="Shape 12"/>
          <p:cNvSpPr/>
          <p:nvPr/>
        </p:nvSpPr>
        <p:spPr>
          <a:xfrm>
            <a:off x="365760" y="2423160"/>
            <a:ext cx="347472" cy="347472"/>
          </a:xfrm>
          <a:prstGeom prst="ellipse">
            <a:avLst/>
          </a:prstGeom>
          <a:solidFill>
            <a:srgbClr val="F7DF1E"/>
          </a:solidFill>
          <a:ln/>
        </p:spPr>
      </p:sp>
      <p:sp>
        <p:nvSpPr>
          <p:cNvPr id="15" name="Text 13"/>
          <p:cNvSpPr txBox="1"/>
          <p:nvPr/>
        </p:nvSpPr>
        <p:spPr>
          <a:xfrm>
            <a:off x="365760" y="2423160"/>
            <a:ext cx="347472" cy="347472"/>
          </a:xfrm>
          <a:prstGeom prst="rect">
            <a:avLst/>
          </a:prstGeom>
          <a:noFill/>
          <a:ln/>
        </p:spPr>
        <p:txBody>
          <a:bodyPr wrap="square" lIns="0" tIns="0" rIns="0" bIns="0" rtlCol="0" anchor="ctr"/>
          <a:lstStyle/>
          <a:p>
            <a:pPr marL="0" indent="0" algn="ctr">
              <a:buNone/>
            </a:pPr>
            <a:r>
              <a:rPr lang="en-US" sz="1000" b="1" dirty="0">
                <a:solidFill>
                  <a:srgbClr val="1A2540"/>
                </a:solidFill>
              </a:rPr>
              <a:t>3</a:t>
            </a:r>
            <a:endParaRPr lang="en-US" sz="1000" dirty="0"/>
          </a:p>
        </p:txBody>
      </p:sp>
      <p:sp>
        <p:nvSpPr>
          <p:cNvPr id="16" name="Shape 14"/>
          <p:cNvSpPr/>
          <p:nvPr/>
        </p:nvSpPr>
        <p:spPr>
          <a:xfrm>
            <a:off x="777240" y="2377440"/>
            <a:ext cx="3886200" cy="512064"/>
          </a:xfrm>
          <a:prstGeom prst="rect">
            <a:avLst/>
          </a:prstGeom>
          <a:solidFill>
            <a:srgbClr val="0D1117"/>
          </a:solidFill>
          <a:ln/>
        </p:spPr>
      </p:sp>
      <p:sp>
        <p:nvSpPr>
          <p:cNvPr id="17" name="Text 15"/>
          <p:cNvSpPr txBox="1"/>
          <p:nvPr/>
        </p:nvSpPr>
        <p:spPr>
          <a:xfrm>
            <a:off x="868680" y="2414016"/>
            <a:ext cx="3749040" cy="438912"/>
          </a:xfrm>
          <a:prstGeom prst="rect">
            <a:avLst/>
          </a:prstGeom>
          <a:noFill/>
          <a:ln/>
        </p:spPr>
        <p:txBody>
          <a:bodyPr wrap="square" lIns="0" tIns="0" rIns="0" bIns="0" rtlCol="0" anchor="ctr"/>
          <a:lstStyle/>
          <a:p>
            <a:pPr marL="0" indent="0">
              <a:buNone/>
            </a:pPr>
            <a:r>
              <a:rPr lang="en-US" sz="1000" dirty="0">
                <a:solidFill>
                  <a:srgbClr val="64FFDA"/>
                </a:solidFill>
                <a:latin typeface="Courier New" pitchFamily="34" charset="0"/>
                <a:ea typeface="Courier New" pitchFamily="34" charset="-122"/>
                <a:cs typeface="Courier New" pitchFamily="34" charset="-120"/>
              </a:rPr>
              <a:t>echo "Hello Git" &gt; index.html</a:t>
            </a:r>
            <a:endParaRPr lang="en-US" sz="1000" dirty="0"/>
          </a:p>
        </p:txBody>
      </p:sp>
      <p:sp>
        <p:nvSpPr>
          <p:cNvPr id="18" name="Shape 16"/>
          <p:cNvSpPr/>
          <p:nvPr/>
        </p:nvSpPr>
        <p:spPr>
          <a:xfrm>
            <a:off x="365760" y="3063240"/>
            <a:ext cx="347472" cy="347472"/>
          </a:xfrm>
          <a:prstGeom prst="ellipse">
            <a:avLst/>
          </a:prstGeom>
          <a:solidFill>
            <a:srgbClr val="F7DF1E"/>
          </a:solidFill>
          <a:ln/>
        </p:spPr>
      </p:sp>
      <p:sp>
        <p:nvSpPr>
          <p:cNvPr id="19" name="Text 17"/>
          <p:cNvSpPr txBox="1"/>
          <p:nvPr/>
        </p:nvSpPr>
        <p:spPr>
          <a:xfrm>
            <a:off x="365760" y="3063240"/>
            <a:ext cx="347472" cy="347472"/>
          </a:xfrm>
          <a:prstGeom prst="rect">
            <a:avLst/>
          </a:prstGeom>
          <a:noFill/>
          <a:ln/>
        </p:spPr>
        <p:txBody>
          <a:bodyPr wrap="square" lIns="0" tIns="0" rIns="0" bIns="0" rtlCol="0" anchor="ctr"/>
          <a:lstStyle/>
          <a:p>
            <a:pPr marL="0" indent="0" algn="ctr">
              <a:buNone/>
            </a:pPr>
            <a:r>
              <a:rPr lang="en-US" sz="1000" b="1" dirty="0">
                <a:solidFill>
                  <a:srgbClr val="1A2540"/>
                </a:solidFill>
              </a:rPr>
              <a:t>4</a:t>
            </a:r>
            <a:endParaRPr lang="en-US" sz="1000" dirty="0"/>
          </a:p>
        </p:txBody>
      </p:sp>
      <p:sp>
        <p:nvSpPr>
          <p:cNvPr id="20" name="Shape 18"/>
          <p:cNvSpPr/>
          <p:nvPr/>
        </p:nvSpPr>
        <p:spPr>
          <a:xfrm>
            <a:off x="777240" y="3017520"/>
            <a:ext cx="3886200" cy="512064"/>
          </a:xfrm>
          <a:prstGeom prst="rect">
            <a:avLst/>
          </a:prstGeom>
          <a:solidFill>
            <a:srgbClr val="0D1117"/>
          </a:solidFill>
          <a:ln/>
        </p:spPr>
      </p:sp>
      <p:sp>
        <p:nvSpPr>
          <p:cNvPr id="21" name="Text 19"/>
          <p:cNvSpPr txBox="1"/>
          <p:nvPr/>
        </p:nvSpPr>
        <p:spPr>
          <a:xfrm>
            <a:off x="868680" y="3054096"/>
            <a:ext cx="3749040" cy="438912"/>
          </a:xfrm>
          <a:prstGeom prst="rect">
            <a:avLst/>
          </a:prstGeom>
          <a:noFill/>
          <a:ln/>
        </p:spPr>
        <p:txBody>
          <a:bodyPr wrap="square" lIns="0" tIns="0" rIns="0" bIns="0" rtlCol="0" anchor="ctr"/>
          <a:lstStyle/>
          <a:p>
            <a:pPr marL="0" indent="0">
              <a:buNone/>
            </a:pPr>
            <a:r>
              <a:rPr lang="en-US" sz="1000" dirty="0">
                <a:solidFill>
                  <a:srgbClr val="64FFDA"/>
                </a:solidFill>
                <a:latin typeface="Courier New" pitchFamily="34" charset="0"/>
                <a:ea typeface="Courier New" pitchFamily="34" charset="-122"/>
                <a:cs typeface="Courier New" pitchFamily="34" charset="-120"/>
              </a:rPr>
              <a:t>git status</a:t>
            </a:r>
            <a:endParaRPr lang="en-US" sz="1000" dirty="0"/>
          </a:p>
        </p:txBody>
      </p:sp>
      <p:sp>
        <p:nvSpPr>
          <p:cNvPr id="22" name="Shape 20"/>
          <p:cNvSpPr/>
          <p:nvPr/>
        </p:nvSpPr>
        <p:spPr>
          <a:xfrm>
            <a:off x="365760" y="3703320"/>
            <a:ext cx="347472" cy="347472"/>
          </a:xfrm>
          <a:prstGeom prst="ellipse">
            <a:avLst/>
          </a:prstGeom>
          <a:solidFill>
            <a:srgbClr val="F7DF1E"/>
          </a:solidFill>
          <a:ln/>
        </p:spPr>
      </p:sp>
      <p:sp>
        <p:nvSpPr>
          <p:cNvPr id="23" name="Text 21"/>
          <p:cNvSpPr txBox="1"/>
          <p:nvPr/>
        </p:nvSpPr>
        <p:spPr>
          <a:xfrm>
            <a:off x="365760" y="3703320"/>
            <a:ext cx="347472" cy="347472"/>
          </a:xfrm>
          <a:prstGeom prst="rect">
            <a:avLst/>
          </a:prstGeom>
          <a:noFill/>
          <a:ln/>
        </p:spPr>
        <p:txBody>
          <a:bodyPr wrap="square" lIns="0" tIns="0" rIns="0" bIns="0" rtlCol="0" anchor="ctr"/>
          <a:lstStyle/>
          <a:p>
            <a:pPr marL="0" indent="0" algn="ctr">
              <a:buNone/>
            </a:pPr>
            <a:r>
              <a:rPr lang="en-US" sz="1000" b="1" dirty="0">
                <a:solidFill>
                  <a:srgbClr val="1A2540"/>
                </a:solidFill>
              </a:rPr>
              <a:t>5</a:t>
            </a:r>
            <a:endParaRPr lang="en-US" sz="1000" dirty="0"/>
          </a:p>
        </p:txBody>
      </p:sp>
      <p:sp>
        <p:nvSpPr>
          <p:cNvPr id="24" name="Shape 22"/>
          <p:cNvSpPr/>
          <p:nvPr/>
        </p:nvSpPr>
        <p:spPr>
          <a:xfrm>
            <a:off x="777240" y="3657600"/>
            <a:ext cx="3886200" cy="512064"/>
          </a:xfrm>
          <a:prstGeom prst="rect">
            <a:avLst/>
          </a:prstGeom>
          <a:solidFill>
            <a:srgbClr val="0D1117"/>
          </a:solidFill>
          <a:ln/>
        </p:spPr>
      </p:sp>
      <p:sp>
        <p:nvSpPr>
          <p:cNvPr id="25" name="Text 23"/>
          <p:cNvSpPr txBox="1"/>
          <p:nvPr/>
        </p:nvSpPr>
        <p:spPr>
          <a:xfrm>
            <a:off x="868680" y="3694176"/>
            <a:ext cx="3749040" cy="438912"/>
          </a:xfrm>
          <a:prstGeom prst="rect">
            <a:avLst/>
          </a:prstGeom>
          <a:noFill/>
          <a:ln/>
        </p:spPr>
        <p:txBody>
          <a:bodyPr wrap="square" lIns="0" tIns="0" rIns="0" bIns="0" rtlCol="0" anchor="ctr"/>
          <a:lstStyle/>
          <a:p>
            <a:pPr marL="0" indent="0">
              <a:buNone/>
            </a:pPr>
            <a:r>
              <a:rPr lang="en-US" sz="1000" dirty="0">
                <a:solidFill>
                  <a:srgbClr val="64FFDA"/>
                </a:solidFill>
                <a:latin typeface="Courier New" pitchFamily="34" charset="0"/>
                <a:ea typeface="Courier New" pitchFamily="34" charset="-122"/>
                <a:cs typeface="Courier New" pitchFamily="34" charset="-120"/>
              </a:rPr>
              <a:t>git add index.html</a:t>
            </a:r>
            <a:endParaRPr lang="en-US" sz="1000" dirty="0"/>
          </a:p>
        </p:txBody>
      </p:sp>
      <p:sp>
        <p:nvSpPr>
          <p:cNvPr id="26" name="Shape 24"/>
          <p:cNvSpPr/>
          <p:nvPr/>
        </p:nvSpPr>
        <p:spPr>
          <a:xfrm>
            <a:off x="365760" y="4343400"/>
            <a:ext cx="347472" cy="347472"/>
          </a:xfrm>
          <a:prstGeom prst="ellipse">
            <a:avLst/>
          </a:prstGeom>
          <a:solidFill>
            <a:srgbClr val="F7DF1E"/>
          </a:solidFill>
          <a:ln/>
        </p:spPr>
      </p:sp>
      <p:sp>
        <p:nvSpPr>
          <p:cNvPr id="27" name="Text 25"/>
          <p:cNvSpPr txBox="1"/>
          <p:nvPr/>
        </p:nvSpPr>
        <p:spPr>
          <a:xfrm>
            <a:off x="365760" y="4343400"/>
            <a:ext cx="347472" cy="347472"/>
          </a:xfrm>
          <a:prstGeom prst="rect">
            <a:avLst/>
          </a:prstGeom>
          <a:noFill/>
          <a:ln/>
        </p:spPr>
        <p:txBody>
          <a:bodyPr wrap="square" lIns="0" tIns="0" rIns="0" bIns="0" rtlCol="0" anchor="ctr"/>
          <a:lstStyle/>
          <a:p>
            <a:pPr marL="0" indent="0" algn="ctr">
              <a:buNone/>
            </a:pPr>
            <a:r>
              <a:rPr lang="en-US" sz="1000" b="1" dirty="0">
                <a:solidFill>
                  <a:srgbClr val="1A2540"/>
                </a:solidFill>
              </a:rPr>
              <a:t>6</a:t>
            </a:r>
            <a:endParaRPr lang="en-US" sz="1000" dirty="0"/>
          </a:p>
        </p:txBody>
      </p:sp>
      <p:sp>
        <p:nvSpPr>
          <p:cNvPr id="28" name="Shape 26"/>
          <p:cNvSpPr/>
          <p:nvPr/>
        </p:nvSpPr>
        <p:spPr>
          <a:xfrm>
            <a:off x="777240" y="4297680"/>
            <a:ext cx="3886200" cy="512064"/>
          </a:xfrm>
          <a:prstGeom prst="rect">
            <a:avLst/>
          </a:prstGeom>
          <a:solidFill>
            <a:srgbClr val="0D1117"/>
          </a:solidFill>
          <a:ln/>
        </p:spPr>
      </p:sp>
      <p:sp>
        <p:nvSpPr>
          <p:cNvPr id="29" name="Text 27"/>
          <p:cNvSpPr txBox="1"/>
          <p:nvPr/>
        </p:nvSpPr>
        <p:spPr>
          <a:xfrm>
            <a:off x="868680" y="4334256"/>
            <a:ext cx="3749040" cy="438912"/>
          </a:xfrm>
          <a:prstGeom prst="rect">
            <a:avLst/>
          </a:prstGeom>
          <a:noFill/>
          <a:ln/>
        </p:spPr>
        <p:txBody>
          <a:bodyPr wrap="square" lIns="0" tIns="0" rIns="0" bIns="0" rtlCol="0" anchor="ctr"/>
          <a:lstStyle/>
          <a:p>
            <a:pPr marL="0" indent="0">
              <a:buNone/>
            </a:pPr>
            <a:r>
              <a:rPr lang="en-US" sz="1000" dirty="0">
                <a:solidFill>
                  <a:srgbClr val="64FFDA"/>
                </a:solidFill>
                <a:latin typeface="Courier New" pitchFamily="34" charset="0"/>
                <a:ea typeface="Courier New" pitchFamily="34" charset="-122"/>
                <a:cs typeface="Courier New" pitchFamily="34" charset="-120"/>
              </a:rPr>
              <a:t>git commit -m "Initial commit: add index.html"</a:t>
            </a:r>
            <a:endParaRPr lang="en-US" sz="1000" dirty="0"/>
          </a:p>
        </p:txBody>
      </p:sp>
      <p:sp>
        <p:nvSpPr>
          <p:cNvPr id="30" name="Shape 28"/>
          <p:cNvSpPr/>
          <p:nvPr/>
        </p:nvSpPr>
        <p:spPr>
          <a:xfrm>
            <a:off x="4846320" y="1143000"/>
            <a:ext cx="347472" cy="347472"/>
          </a:xfrm>
          <a:prstGeom prst="ellipse">
            <a:avLst/>
          </a:prstGeom>
          <a:solidFill>
            <a:srgbClr val="F7DF1E"/>
          </a:solidFill>
          <a:ln/>
        </p:spPr>
      </p:sp>
      <p:sp>
        <p:nvSpPr>
          <p:cNvPr id="31" name="Text 29"/>
          <p:cNvSpPr txBox="1"/>
          <p:nvPr/>
        </p:nvSpPr>
        <p:spPr>
          <a:xfrm>
            <a:off x="4846320" y="1143000"/>
            <a:ext cx="347472" cy="347472"/>
          </a:xfrm>
          <a:prstGeom prst="rect">
            <a:avLst/>
          </a:prstGeom>
          <a:noFill/>
          <a:ln/>
        </p:spPr>
        <p:txBody>
          <a:bodyPr wrap="square" lIns="0" tIns="0" rIns="0" bIns="0" rtlCol="0" anchor="ctr"/>
          <a:lstStyle/>
          <a:p>
            <a:pPr marL="0" indent="0" algn="ctr">
              <a:buNone/>
            </a:pPr>
            <a:r>
              <a:rPr lang="en-US" sz="1000" b="1" dirty="0">
                <a:solidFill>
                  <a:srgbClr val="1A2540"/>
                </a:solidFill>
              </a:rPr>
              <a:t>7</a:t>
            </a:r>
            <a:endParaRPr lang="en-US" sz="1000" dirty="0"/>
          </a:p>
        </p:txBody>
      </p:sp>
      <p:sp>
        <p:nvSpPr>
          <p:cNvPr id="32" name="Shape 30"/>
          <p:cNvSpPr/>
          <p:nvPr/>
        </p:nvSpPr>
        <p:spPr>
          <a:xfrm>
            <a:off x="5257800" y="1097280"/>
            <a:ext cx="3886200" cy="512064"/>
          </a:xfrm>
          <a:prstGeom prst="rect">
            <a:avLst/>
          </a:prstGeom>
          <a:solidFill>
            <a:srgbClr val="0D1117"/>
          </a:solidFill>
          <a:ln/>
        </p:spPr>
      </p:sp>
      <p:sp>
        <p:nvSpPr>
          <p:cNvPr id="33" name="Text 31"/>
          <p:cNvSpPr txBox="1"/>
          <p:nvPr/>
        </p:nvSpPr>
        <p:spPr>
          <a:xfrm>
            <a:off x="5349240" y="1133856"/>
            <a:ext cx="3749040" cy="438912"/>
          </a:xfrm>
          <a:prstGeom prst="rect">
            <a:avLst/>
          </a:prstGeom>
          <a:noFill/>
          <a:ln/>
        </p:spPr>
        <p:txBody>
          <a:bodyPr wrap="square" lIns="0" tIns="0" rIns="0" bIns="0" rtlCol="0" anchor="ctr"/>
          <a:lstStyle/>
          <a:p>
            <a:pPr marL="0" indent="0">
              <a:buNone/>
            </a:pPr>
            <a:r>
              <a:rPr lang="en-US" sz="1000" dirty="0">
                <a:solidFill>
                  <a:srgbClr val="64FFDA"/>
                </a:solidFill>
                <a:latin typeface="Courier New" pitchFamily="34" charset="0"/>
                <a:ea typeface="Courier New" pitchFamily="34" charset="-122"/>
                <a:cs typeface="Courier New" pitchFamily="34" charset="-120"/>
              </a:rPr>
              <a:t>git log --oneline</a:t>
            </a:r>
            <a:endParaRPr lang="en-US" sz="1000" dirty="0"/>
          </a:p>
        </p:txBody>
      </p:sp>
      <p:sp>
        <p:nvSpPr>
          <p:cNvPr id="34" name="Shape 32"/>
          <p:cNvSpPr/>
          <p:nvPr/>
        </p:nvSpPr>
        <p:spPr>
          <a:xfrm>
            <a:off x="4846320" y="1783080"/>
            <a:ext cx="347472" cy="347472"/>
          </a:xfrm>
          <a:prstGeom prst="ellipse">
            <a:avLst/>
          </a:prstGeom>
          <a:solidFill>
            <a:srgbClr val="F7DF1E"/>
          </a:solidFill>
          <a:ln/>
        </p:spPr>
      </p:sp>
      <p:sp>
        <p:nvSpPr>
          <p:cNvPr id="35" name="Text 33"/>
          <p:cNvSpPr txBox="1"/>
          <p:nvPr/>
        </p:nvSpPr>
        <p:spPr>
          <a:xfrm>
            <a:off x="4846320" y="1783080"/>
            <a:ext cx="347472" cy="347472"/>
          </a:xfrm>
          <a:prstGeom prst="rect">
            <a:avLst/>
          </a:prstGeom>
          <a:noFill/>
          <a:ln/>
        </p:spPr>
        <p:txBody>
          <a:bodyPr wrap="square" lIns="0" tIns="0" rIns="0" bIns="0" rtlCol="0" anchor="ctr"/>
          <a:lstStyle/>
          <a:p>
            <a:pPr marL="0" indent="0" algn="ctr">
              <a:buNone/>
            </a:pPr>
            <a:r>
              <a:rPr lang="en-US" sz="1000" b="1" dirty="0">
                <a:solidFill>
                  <a:srgbClr val="1A2540"/>
                </a:solidFill>
              </a:rPr>
              <a:t>8</a:t>
            </a:r>
            <a:endParaRPr lang="en-US" sz="1000" dirty="0"/>
          </a:p>
        </p:txBody>
      </p:sp>
      <p:sp>
        <p:nvSpPr>
          <p:cNvPr id="36" name="Shape 34"/>
          <p:cNvSpPr/>
          <p:nvPr/>
        </p:nvSpPr>
        <p:spPr>
          <a:xfrm>
            <a:off x="5257800" y="1737360"/>
            <a:ext cx="3886200" cy="512064"/>
          </a:xfrm>
          <a:prstGeom prst="rect">
            <a:avLst/>
          </a:prstGeom>
          <a:solidFill>
            <a:srgbClr val="0D1117"/>
          </a:solidFill>
          <a:ln/>
        </p:spPr>
      </p:sp>
      <p:sp>
        <p:nvSpPr>
          <p:cNvPr id="37" name="Text 35"/>
          <p:cNvSpPr txBox="1"/>
          <p:nvPr/>
        </p:nvSpPr>
        <p:spPr>
          <a:xfrm>
            <a:off x="5349240" y="1773936"/>
            <a:ext cx="3749040" cy="438912"/>
          </a:xfrm>
          <a:prstGeom prst="rect">
            <a:avLst/>
          </a:prstGeom>
          <a:noFill/>
          <a:ln/>
        </p:spPr>
        <p:txBody>
          <a:bodyPr wrap="square" lIns="0" tIns="0" rIns="0" bIns="0" rtlCol="0" anchor="ctr"/>
          <a:lstStyle/>
          <a:p>
            <a:pPr marL="0" indent="0">
              <a:buNone/>
            </a:pPr>
            <a:r>
              <a:rPr lang="en-US" sz="1000" dirty="0">
                <a:solidFill>
                  <a:srgbClr val="64FFDA"/>
                </a:solidFill>
                <a:latin typeface="Courier New" pitchFamily="34" charset="0"/>
                <a:ea typeface="Courier New" pitchFamily="34" charset="-122"/>
                <a:cs typeface="Courier New" pitchFamily="34" charset="-120"/>
              </a:rPr>
              <a:t>git checkout -b feature/search</a:t>
            </a:r>
            <a:endParaRPr lang="en-US" sz="1000" dirty="0"/>
          </a:p>
        </p:txBody>
      </p:sp>
      <p:sp>
        <p:nvSpPr>
          <p:cNvPr id="38" name="Shape 36"/>
          <p:cNvSpPr/>
          <p:nvPr/>
        </p:nvSpPr>
        <p:spPr>
          <a:xfrm>
            <a:off x="4846320" y="2423160"/>
            <a:ext cx="347472" cy="347472"/>
          </a:xfrm>
          <a:prstGeom prst="ellipse">
            <a:avLst/>
          </a:prstGeom>
          <a:solidFill>
            <a:srgbClr val="F7DF1E"/>
          </a:solidFill>
          <a:ln/>
        </p:spPr>
      </p:sp>
      <p:sp>
        <p:nvSpPr>
          <p:cNvPr id="39" name="Text 37"/>
          <p:cNvSpPr txBox="1"/>
          <p:nvPr/>
        </p:nvSpPr>
        <p:spPr>
          <a:xfrm>
            <a:off x="4846320" y="2423160"/>
            <a:ext cx="347472" cy="347472"/>
          </a:xfrm>
          <a:prstGeom prst="rect">
            <a:avLst/>
          </a:prstGeom>
          <a:noFill/>
          <a:ln/>
        </p:spPr>
        <p:txBody>
          <a:bodyPr wrap="square" lIns="0" tIns="0" rIns="0" bIns="0" rtlCol="0" anchor="ctr"/>
          <a:lstStyle/>
          <a:p>
            <a:pPr marL="0" indent="0" algn="ctr">
              <a:buNone/>
            </a:pPr>
            <a:r>
              <a:rPr lang="en-US" sz="1000" b="1" dirty="0">
                <a:solidFill>
                  <a:srgbClr val="1A2540"/>
                </a:solidFill>
              </a:rPr>
              <a:t>9</a:t>
            </a:r>
            <a:endParaRPr lang="en-US" sz="1000" dirty="0"/>
          </a:p>
        </p:txBody>
      </p:sp>
      <p:sp>
        <p:nvSpPr>
          <p:cNvPr id="40" name="Shape 38"/>
          <p:cNvSpPr/>
          <p:nvPr/>
        </p:nvSpPr>
        <p:spPr>
          <a:xfrm>
            <a:off x="5257800" y="2377440"/>
            <a:ext cx="3886200" cy="512064"/>
          </a:xfrm>
          <a:prstGeom prst="rect">
            <a:avLst/>
          </a:prstGeom>
          <a:solidFill>
            <a:srgbClr val="0D1117"/>
          </a:solidFill>
          <a:ln/>
        </p:spPr>
      </p:sp>
      <p:sp>
        <p:nvSpPr>
          <p:cNvPr id="41" name="Text 39"/>
          <p:cNvSpPr txBox="1"/>
          <p:nvPr/>
        </p:nvSpPr>
        <p:spPr>
          <a:xfrm>
            <a:off x="5349240" y="2414016"/>
            <a:ext cx="3749040" cy="438912"/>
          </a:xfrm>
          <a:prstGeom prst="rect">
            <a:avLst/>
          </a:prstGeom>
          <a:noFill/>
          <a:ln/>
        </p:spPr>
        <p:txBody>
          <a:bodyPr wrap="square" lIns="0" tIns="0" rIns="0" bIns="0" rtlCol="0" anchor="ctr"/>
          <a:lstStyle/>
          <a:p>
            <a:pPr marL="0" indent="0">
              <a:buNone/>
            </a:pPr>
            <a:r>
              <a:rPr lang="en-US" sz="1000" dirty="0">
                <a:solidFill>
                  <a:srgbClr val="64FFDA"/>
                </a:solidFill>
                <a:latin typeface="Courier New" pitchFamily="34" charset="0"/>
                <a:ea typeface="Courier New" pitchFamily="34" charset="-122"/>
                <a:cs typeface="Courier New" pitchFamily="34" charset="-120"/>
              </a:rPr>
              <a:t>echo "&lt;input&gt;" &gt;&gt; index.html</a:t>
            </a:r>
            <a:endParaRPr lang="en-US" sz="1000" dirty="0"/>
          </a:p>
        </p:txBody>
      </p:sp>
      <p:sp>
        <p:nvSpPr>
          <p:cNvPr id="42" name="Shape 40"/>
          <p:cNvSpPr/>
          <p:nvPr/>
        </p:nvSpPr>
        <p:spPr>
          <a:xfrm>
            <a:off x="4846320" y="3063240"/>
            <a:ext cx="347472" cy="347472"/>
          </a:xfrm>
          <a:prstGeom prst="ellipse">
            <a:avLst/>
          </a:prstGeom>
          <a:solidFill>
            <a:srgbClr val="F7DF1E"/>
          </a:solidFill>
          <a:ln/>
        </p:spPr>
      </p:sp>
      <p:sp>
        <p:nvSpPr>
          <p:cNvPr id="43" name="Text 41"/>
          <p:cNvSpPr txBox="1"/>
          <p:nvPr/>
        </p:nvSpPr>
        <p:spPr>
          <a:xfrm>
            <a:off x="4846320" y="3063240"/>
            <a:ext cx="347472" cy="347472"/>
          </a:xfrm>
          <a:prstGeom prst="rect">
            <a:avLst/>
          </a:prstGeom>
          <a:noFill/>
          <a:ln/>
        </p:spPr>
        <p:txBody>
          <a:bodyPr wrap="square" lIns="0" tIns="0" rIns="0" bIns="0" rtlCol="0" anchor="ctr"/>
          <a:lstStyle/>
          <a:p>
            <a:pPr marL="0" indent="0" algn="ctr">
              <a:buNone/>
            </a:pPr>
            <a:r>
              <a:rPr lang="en-US" sz="1000" b="1" dirty="0">
                <a:solidFill>
                  <a:srgbClr val="1A2540"/>
                </a:solidFill>
              </a:rPr>
              <a:t>10</a:t>
            </a:r>
            <a:endParaRPr lang="en-US" sz="1000" dirty="0"/>
          </a:p>
        </p:txBody>
      </p:sp>
      <p:sp>
        <p:nvSpPr>
          <p:cNvPr id="44" name="Shape 42"/>
          <p:cNvSpPr/>
          <p:nvPr/>
        </p:nvSpPr>
        <p:spPr>
          <a:xfrm>
            <a:off x="5257800" y="3017520"/>
            <a:ext cx="3886200" cy="512064"/>
          </a:xfrm>
          <a:prstGeom prst="rect">
            <a:avLst/>
          </a:prstGeom>
          <a:solidFill>
            <a:srgbClr val="0D1117"/>
          </a:solidFill>
          <a:ln/>
        </p:spPr>
      </p:sp>
      <p:sp>
        <p:nvSpPr>
          <p:cNvPr id="45" name="Text 43"/>
          <p:cNvSpPr txBox="1"/>
          <p:nvPr/>
        </p:nvSpPr>
        <p:spPr>
          <a:xfrm>
            <a:off x="5349240" y="3054096"/>
            <a:ext cx="3749040" cy="438912"/>
          </a:xfrm>
          <a:prstGeom prst="rect">
            <a:avLst/>
          </a:prstGeom>
          <a:noFill/>
          <a:ln/>
        </p:spPr>
        <p:txBody>
          <a:bodyPr wrap="square" lIns="0" tIns="0" rIns="0" bIns="0" rtlCol="0" anchor="ctr"/>
          <a:lstStyle/>
          <a:p>
            <a:pPr marL="0" indent="0">
              <a:buNone/>
            </a:pPr>
            <a:r>
              <a:rPr lang="en-US" sz="1000" dirty="0">
                <a:solidFill>
                  <a:srgbClr val="64FFDA"/>
                </a:solidFill>
                <a:latin typeface="Courier New" pitchFamily="34" charset="0"/>
                <a:ea typeface="Courier New" pitchFamily="34" charset="-122"/>
                <a:cs typeface="Courier New" pitchFamily="34" charset="-120"/>
              </a:rPr>
              <a:t>git add . &amp;&amp; git commit -m "Add search input"</a:t>
            </a:r>
            <a:endParaRPr lang="en-US" sz="1000" dirty="0"/>
          </a:p>
        </p:txBody>
      </p:sp>
      <p:sp>
        <p:nvSpPr>
          <p:cNvPr id="46" name="Shape 44"/>
          <p:cNvSpPr/>
          <p:nvPr/>
        </p:nvSpPr>
        <p:spPr>
          <a:xfrm>
            <a:off x="4846320" y="3703320"/>
            <a:ext cx="347472" cy="347472"/>
          </a:xfrm>
          <a:prstGeom prst="ellipse">
            <a:avLst/>
          </a:prstGeom>
          <a:solidFill>
            <a:srgbClr val="F7DF1E"/>
          </a:solidFill>
          <a:ln/>
        </p:spPr>
      </p:sp>
      <p:sp>
        <p:nvSpPr>
          <p:cNvPr id="47" name="Text 45"/>
          <p:cNvSpPr txBox="1"/>
          <p:nvPr/>
        </p:nvSpPr>
        <p:spPr>
          <a:xfrm>
            <a:off x="4846320" y="3703320"/>
            <a:ext cx="347472" cy="347472"/>
          </a:xfrm>
          <a:prstGeom prst="rect">
            <a:avLst/>
          </a:prstGeom>
          <a:noFill/>
          <a:ln/>
        </p:spPr>
        <p:txBody>
          <a:bodyPr wrap="square" lIns="0" tIns="0" rIns="0" bIns="0" rtlCol="0" anchor="ctr"/>
          <a:lstStyle/>
          <a:p>
            <a:pPr marL="0" indent="0" algn="ctr">
              <a:buNone/>
            </a:pPr>
            <a:r>
              <a:rPr lang="en-US" sz="1000" b="1" dirty="0">
                <a:solidFill>
                  <a:srgbClr val="1A2540"/>
                </a:solidFill>
              </a:rPr>
              <a:t>11</a:t>
            </a:r>
            <a:endParaRPr lang="en-US" sz="1000" dirty="0"/>
          </a:p>
        </p:txBody>
      </p:sp>
      <p:sp>
        <p:nvSpPr>
          <p:cNvPr id="48" name="Shape 46"/>
          <p:cNvSpPr/>
          <p:nvPr/>
        </p:nvSpPr>
        <p:spPr>
          <a:xfrm>
            <a:off x="5257800" y="3657600"/>
            <a:ext cx="3886200" cy="512064"/>
          </a:xfrm>
          <a:prstGeom prst="rect">
            <a:avLst/>
          </a:prstGeom>
          <a:solidFill>
            <a:srgbClr val="0D1117"/>
          </a:solidFill>
          <a:ln/>
        </p:spPr>
      </p:sp>
      <p:sp>
        <p:nvSpPr>
          <p:cNvPr id="49" name="Text 47"/>
          <p:cNvSpPr txBox="1"/>
          <p:nvPr/>
        </p:nvSpPr>
        <p:spPr>
          <a:xfrm>
            <a:off x="5349240" y="3694176"/>
            <a:ext cx="3749040" cy="438912"/>
          </a:xfrm>
          <a:prstGeom prst="rect">
            <a:avLst/>
          </a:prstGeom>
          <a:noFill/>
          <a:ln/>
        </p:spPr>
        <p:txBody>
          <a:bodyPr wrap="square" lIns="0" tIns="0" rIns="0" bIns="0" rtlCol="0" anchor="ctr"/>
          <a:lstStyle/>
          <a:p>
            <a:pPr marL="0" indent="0">
              <a:buNone/>
            </a:pPr>
            <a:r>
              <a:rPr lang="en-US" sz="1000" dirty="0">
                <a:solidFill>
                  <a:srgbClr val="64FFDA"/>
                </a:solidFill>
                <a:latin typeface="Courier New" pitchFamily="34" charset="0"/>
                <a:ea typeface="Courier New" pitchFamily="34" charset="-122"/>
                <a:cs typeface="Courier New" pitchFamily="34" charset="-120"/>
              </a:rPr>
              <a:t>git checkout main</a:t>
            </a:r>
            <a:endParaRPr lang="en-US" sz="1000" dirty="0"/>
          </a:p>
        </p:txBody>
      </p:sp>
      <p:sp>
        <p:nvSpPr>
          <p:cNvPr id="50" name="Shape 48"/>
          <p:cNvSpPr/>
          <p:nvPr/>
        </p:nvSpPr>
        <p:spPr>
          <a:xfrm>
            <a:off x="4846320" y="4343400"/>
            <a:ext cx="347472" cy="347472"/>
          </a:xfrm>
          <a:prstGeom prst="ellipse">
            <a:avLst/>
          </a:prstGeom>
          <a:solidFill>
            <a:srgbClr val="F7DF1E"/>
          </a:solidFill>
          <a:ln/>
        </p:spPr>
      </p:sp>
      <p:sp>
        <p:nvSpPr>
          <p:cNvPr id="51" name="Text 49"/>
          <p:cNvSpPr txBox="1"/>
          <p:nvPr/>
        </p:nvSpPr>
        <p:spPr>
          <a:xfrm>
            <a:off x="4846320" y="4343400"/>
            <a:ext cx="347472" cy="347472"/>
          </a:xfrm>
          <a:prstGeom prst="rect">
            <a:avLst/>
          </a:prstGeom>
          <a:noFill/>
          <a:ln/>
        </p:spPr>
        <p:txBody>
          <a:bodyPr wrap="square" lIns="0" tIns="0" rIns="0" bIns="0" rtlCol="0" anchor="ctr"/>
          <a:lstStyle/>
          <a:p>
            <a:pPr marL="0" indent="0" algn="ctr">
              <a:buNone/>
            </a:pPr>
            <a:r>
              <a:rPr lang="en-US" sz="1000" b="1" dirty="0">
                <a:solidFill>
                  <a:srgbClr val="1A2540"/>
                </a:solidFill>
              </a:rPr>
              <a:t>12</a:t>
            </a:r>
            <a:endParaRPr lang="en-US" sz="1000" dirty="0"/>
          </a:p>
        </p:txBody>
      </p:sp>
      <p:sp>
        <p:nvSpPr>
          <p:cNvPr id="52" name="Shape 50"/>
          <p:cNvSpPr/>
          <p:nvPr/>
        </p:nvSpPr>
        <p:spPr>
          <a:xfrm>
            <a:off x="5257800" y="4297680"/>
            <a:ext cx="3886200" cy="512064"/>
          </a:xfrm>
          <a:prstGeom prst="rect">
            <a:avLst/>
          </a:prstGeom>
          <a:solidFill>
            <a:srgbClr val="0D1117"/>
          </a:solidFill>
          <a:ln/>
        </p:spPr>
      </p:sp>
      <p:sp>
        <p:nvSpPr>
          <p:cNvPr id="53" name="Text 51"/>
          <p:cNvSpPr txBox="1"/>
          <p:nvPr/>
        </p:nvSpPr>
        <p:spPr>
          <a:xfrm>
            <a:off x="5349240" y="4334256"/>
            <a:ext cx="3749040" cy="438912"/>
          </a:xfrm>
          <a:prstGeom prst="rect">
            <a:avLst/>
          </a:prstGeom>
          <a:noFill/>
          <a:ln/>
        </p:spPr>
        <p:txBody>
          <a:bodyPr wrap="square" lIns="0" tIns="0" rIns="0" bIns="0" rtlCol="0" anchor="ctr"/>
          <a:lstStyle/>
          <a:p>
            <a:pPr marL="0" indent="0">
              <a:buNone/>
            </a:pPr>
            <a:r>
              <a:rPr lang="en-US" sz="1000" dirty="0">
                <a:solidFill>
                  <a:srgbClr val="64FFDA"/>
                </a:solidFill>
                <a:latin typeface="Courier New" pitchFamily="34" charset="0"/>
                <a:ea typeface="Courier New" pitchFamily="34" charset="-122"/>
                <a:cs typeface="Courier New" pitchFamily="34" charset="-120"/>
              </a:rPr>
              <a:t>git merge feature/search</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2540"/>
          </a:solidFill>
          <a:ln/>
        </p:spPr>
      </p:sp>
      <p:sp>
        <p:nvSpPr>
          <p:cNvPr id="3" name="Shape 1"/>
          <p:cNvSpPr/>
          <p:nvPr/>
        </p:nvSpPr>
        <p:spPr>
          <a:xfrm>
            <a:off x="0" y="0"/>
            <a:ext cx="9144000" cy="109728"/>
          </a:xfrm>
          <a:prstGeom prst="rect">
            <a:avLst/>
          </a:prstGeom>
          <a:solidFill>
            <a:srgbClr val="F7DF1E"/>
          </a:solidFill>
          <a:ln/>
        </p:spPr>
      </p:sp>
      <p:sp>
        <p:nvSpPr>
          <p:cNvPr id="4" name="Text 2"/>
          <p:cNvSpPr txBox="1"/>
          <p:nvPr/>
        </p:nvSpPr>
        <p:spPr>
          <a:xfrm>
            <a:off x="365760" y="182880"/>
            <a:ext cx="8412480" cy="5943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Summary &amp; Homework</a:t>
            </a:r>
            <a:endParaRPr lang="en-US" sz="2600" dirty="0"/>
          </a:p>
        </p:txBody>
      </p:sp>
      <p:sp>
        <p:nvSpPr>
          <p:cNvPr id="5" name="Shape 3"/>
          <p:cNvSpPr/>
          <p:nvPr/>
        </p:nvSpPr>
        <p:spPr>
          <a:xfrm>
            <a:off x="365760" y="960120"/>
            <a:ext cx="2286000" cy="502920"/>
          </a:xfrm>
          <a:prstGeom prst="rect">
            <a:avLst/>
          </a:prstGeom>
          <a:solidFill>
            <a:srgbClr val="0D1117"/>
          </a:solidFill>
          <a:ln/>
        </p:spPr>
      </p:sp>
      <p:sp>
        <p:nvSpPr>
          <p:cNvPr id="6" name="Text 4"/>
          <p:cNvSpPr txBox="1"/>
          <p:nvPr/>
        </p:nvSpPr>
        <p:spPr>
          <a:xfrm>
            <a:off x="457200" y="960120"/>
            <a:ext cx="2148840" cy="502920"/>
          </a:xfrm>
          <a:prstGeom prst="rect">
            <a:avLst/>
          </a:prstGeom>
          <a:noFill/>
          <a:ln/>
        </p:spPr>
        <p:txBody>
          <a:bodyPr wrap="square" lIns="0" tIns="0" rIns="0" bIns="0" rtlCol="0" anchor="ctr"/>
          <a:lstStyle/>
          <a:p>
            <a:pPr marL="0" indent="0">
              <a:buNone/>
            </a:pPr>
            <a:r>
              <a:rPr lang="en-US" sz="1100" dirty="0">
                <a:solidFill>
                  <a:srgbClr val="64FFDA"/>
                </a:solidFill>
                <a:latin typeface="Courier New" pitchFamily="34" charset="0"/>
                <a:ea typeface="Courier New" pitchFamily="34" charset="-122"/>
                <a:cs typeface="Courier New" pitchFamily="34" charset="-120"/>
              </a:rPr>
              <a:t>git init</a:t>
            </a:r>
            <a:endParaRPr lang="en-US" sz="1100" dirty="0"/>
          </a:p>
        </p:txBody>
      </p:sp>
      <p:sp>
        <p:nvSpPr>
          <p:cNvPr id="7" name="Text 5"/>
          <p:cNvSpPr txBox="1"/>
          <p:nvPr/>
        </p:nvSpPr>
        <p:spPr>
          <a:xfrm>
            <a:off x="2743200" y="960120"/>
            <a:ext cx="1920240" cy="502920"/>
          </a:xfrm>
          <a:prstGeom prst="rect">
            <a:avLst/>
          </a:prstGeom>
          <a:noFill/>
          <a:ln/>
        </p:spPr>
        <p:txBody>
          <a:bodyPr wrap="square" lIns="0" tIns="0" rIns="0" bIns="0" rtlCol="0" anchor="ctr"/>
          <a:lstStyle/>
          <a:p>
            <a:pPr marL="0" indent="0">
              <a:buNone/>
            </a:pPr>
            <a:r>
              <a:rPr lang="en-US" sz="1200" dirty="0">
                <a:solidFill>
                  <a:srgbClr val="8892B0"/>
                </a:solidFill>
                <a:latin typeface="Calibri" pitchFamily="34" charset="0"/>
                <a:ea typeface="Calibri" pitchFamily="34" charset="-122"/>
                <a:cs typeface="Calibri" pitchFamily="34" charset="-120"/>
              </a:rPr>
              <a:t>Create new repo</a:t>
            </a:r>
            <a:endParaRPr lang="en-US" sz="1200" dirty="0"/>
          </a:p>
        </p:txBody>
      </p:sp>
      <p:sp>
        <p:nvSpPr>
          <p:cNvPr id="8" name="Shape 6"/>
          <p:cNvSpPr/>
          <p:nvPr/>
        </p:nvSpPr>
        <p:spPr>
          <a:xfrm>
            <a:off x="365760" y="1618488"/>
            <a:ext cx="2286000" cy="502920"/>
          </a:xfrm>
          <a:prstGeom prst="rect">
            <a:avLst/>
          </a:prstGeom>
          <a:solidFill>
            <a:srgbClr val="0D1117"/>
          </a:solidFill>
          <a:ln/>
        </p:spPr>
      </p:sp>
      <p:sp>
        <p:nvSpPr>
          <p:cNvPr id="9" name="Text 7"/>
          <p:cNvSpPr txBox="1"/>
          <p:nvPr/>
        </p:nvSpPr>
        <p:spPr>
          <a:xfrm>
            <a:off x="457200" y="1618488"/>
            <a:ext cx="2148840" cy="502920"/>
          </a:xfrm>
          <a:prstGeom prst="rect">
            <a:avLst/>
          </a:prstGeom>
          <a:noFill/>
          <a:ln/>
        </p:spPr>
        <p:txBody>
          <a:bodyPr wrap="square" lIns="0" tIns="0" rIns="0" bIns="0" rtlCol="0" anchor="ctr"/>
          <a:lstStyle/>
          <a:p>
            <a:pPr marL="0" indent="0">
              <a:buNone/>
            </a:pPr>
            <a:r>
              <a:rPr lang="en-US" sz="1100" dirty="0">
                <a:solidFill>
                  <a:srgbClr val="64FFDA"/>
                </a:solidFill>
                <a:latin typeface="Courier New" pitchFamily="34" charset="0"/>
                <a:ea typeface="Courier New" pitchFamily="34" charset="-122"/>
                <a:cs typeface="Courier New" pitchFamily="34" charset="-120"/>
              </a:rPr>
              <a:t>git status</a:t>
            </a:r>
            <a:endParaRPr lang="en-US" sz="1100" dirty="0"/>
          </a:p>
        </p:txBody>
      </p:sp>
      <p:sp>
        <p:nvSpPr>
          <p:cNvPr id="10" name="Text 8"/>
          <p:cNvSpPr txBox="1"/>
          <p:nvPr/>
        </p:nvSpPr>
        <p:spPr>
          <a:xfrm>
            <a:off x="2743200" y="1618488"/>
            <a:ext cx="1920240" cy="502920"/>
          </a:xfrm>
          <a:prstGeom prst="rect">
            <a:avLst/>
          </a:prstGeom>
          <a:noFill/>
          <a:ln/>
        </p:spPr>
        <p:txBody>
          <a:bodyPr wrap="square" lIns="0" tIns="0" rIns="0" bIns="0" rtlCol="0" anchor="ctr"/>
          <a:lstStyle/>
          <a:p>
            <a:pPr marL="0" indent="0">
              <a:buNone/>
            </a:pPr>
            <a:r>
              <a:rPr lang="en-US" sz="1200" dirty="0">
                <a:solidFill>
                  <a:srgbClr val="8892B0"/>
                </a:solidFill>
                <a:latin typeface="Calibri" pitchFamily="34" charset="0"/>
                <a:ea typeface="Calibri" pitchFamily="34" charset="-122"/>
                <a:cs typeface="Calibri" pitchFamily="34" charset="-120"/>
              </a:rPr>
              <a:t>Check what changed</a:t>
            </a:r>
            <a:endParaRPr lang="en-US" sz="1200" dirty="0"/>
          </a:p>
        </p:txBody>
      </p:sp>
      <p:sp>
        <p:nvSpPr>
          <p:cNvPr id="11" name="Shape 9"/>
          <p:cNvSpPr/>
          <p:nvPr/>
        </p:nvSpPr>
        <p:spPr>
          <a:xfrm>
            <a:off x="365760" y="2276856"/>
            <a:ext cx="2286000" cy="502920"/>
          </a:xfrm>
          <a:prstGeom prst="rect">
            <a:avLst/>
          </a:prstGeom>
          <a:solidFill>
            <a:srgbClr val="0D1117"/>
          </a:solidFill>
          <a:ln/>
        </p:spPr>
      </p:sp>
      <p:sp>
        <p:nvSpPr>
          <p:cNvPr id="12" name="Text 10"/>
          <p:cNvSpPr txBox="1"/>
          <p:nvPr/>
        </p:nvSpPr>
        <p:spPr>
          <a:xfrm>
            <a:off x="457200" y="2276856"/>
            <a:ext cx="2148840" cy="502920"/>
          </a:xfrm>
          <a:prstGeom prst="rect">
            <a:avLst/>
          </a:prstGeom>
          <a:noFill/>
          <a:ln/>
        </p:spPr>
        <p:txBody>
          <a:bodyPr wrap="square" lIns="0" tIns="0" rIns="0" bIns="0" rtlCol="0" anchor="ctr"/>
          <a:lstStyle/>
          <a:p>
            <a:pPr marL="0" indent="0">
              <a:buNone/>
            </a:pPr>
            <a:r>
              <a:rPr lang="en-US" sz="1100" dirty="0">
                <a:solidFill>
                  <a:srgbClr val="64FFDA"/>
                </a:solidFill>
                <a:latin typeface="Courier New" pitchFamily="34" charset="0"/>
                <a:ea typeface="Courier New" pitchFamily="34" charset="-122"/>
                <a:cs typeface="Courier New" pitchFamily="34" charset="-120"/>
              </a:rPr>
              <a:t>git add .</a:t>
            </a:r>
            <a:endParaRPr lang="en-US" sz="1100" dirty="0"/>
          </a:p>
        </p:txBody>
      </p:sp>
      <p:sp>
        <p:nvSpPr>
          <p:cNvPr id="13" name="Text 11"/>
          <p:cNvSpPr txBox="1"/>
          <p:nvPr/>
        </p:nvSpPr>
        <p:spPr>
          <a:xfrm>
            <a:off x="2743200" y="2276856"/>
            <a:ext cx="1920240" cy="502920"/>
          </a:xfrm>
          <a:prstGeom prst="rect">
            <a:avLst/>
          </a:prstGeom>
          <a:noFill/>
          <a:ln/>
        </p:spPr>
        <p:txBody>
          <a:bodyPr wrap="square" lIns="0" tIns="0" rIns="0" bIns="0" rtlCol="0" anchor="ctr"/>
          <a:lstStyle/>
          <a:p>
            <a:pPr marL="0" indent="0">
              <a:buNone/>
            </a:pPr>
            <a:r>
              <a:rPr lang="en-US" sz="1200" dirty="0">
                <a:solidFill>
                  <a:srgbClr val="8892B0"/>
                </a:solidFill>
                <a:latin typeface="Calibri" pitchFamily="34" charset="0"/>
                <a:ea typeface="Calibri" pitchFamily="34" charset="-122"/>
                <a:cs typeface="Calibri" pitchFamily="34" charset="-120"/>
              </a:rPr>
              <a:t>Stage all changes</a:t>
            </a:r>
            <a:endParaRPr lang="en-US" sz="1200" dirty="0"/>
          </a:p>
        </p:txBody>
      </p:sp>
      <p:sp>
        <p:nvSpPr>
          <p:cNvPr id="14" name="Shape 12"/>
          <p:cNvSpPr/>
          <p:nvPr/>
        </p:nvSpPr>
        <p:spPr>
          <a:xfrm>
            <a:off x="365760" y="2935224"/>
            <a:ext cx="2286000" cy="502920"/>
          </a:xfrm>
          <a:prstGeom prst="rect">
            <a:avLst/>
          </a:prstGeom>
          <a:solidFill>
            <a:srgbClr val="0D1117"/>
          </a:solidFill>
          <a:ln/>
        </p:spPr>
      </p:sp>
      <p:sp>
        <p:nvSpPr>
          <p:cNvPr id="15" name="Text 13"/>
          <p:cNvSpPr txBox="1"/>
          <p:nvPr/>
        </p:nvSpPr>
        <p:spPr>
          <a:xfrm>
            <a:off x="457200" y="2935224"/>
            <a:ext cx="2148840" cy="502920"/>
          </a:xfrm>
          <a:prstGeom prst="rect">
            <a:avLst/>
          </a:prstGeom>
          <a:noFill/>
          <a:ln/>
        </p:spPr>
        <p:txBody>
          <a:bodyPr wrap="square" lIns="0" tIns="0" rIns="0" bIns="0" rtlCol="0" anchor="ctr"/>
          <a:lstStyle/>
          <a:p>
            <a:pPr marL="0" indent="0">
              <a:buNone/>
            </a:pPr>
            <a:r>
              <a:rPr lang="en-US" sz="1100" dirty="0">
                <a:solidFill>
                  <a:srgbClr val="64FFDA"/>
                </a:solidFill>
                <a:latin typeface="Courier New" pitchFamily="34" charset="0"/>
                <a:ea typeface="Courier New" pitchFamily="34" charset="-122"/>
                <a:cs typeface="Courier New" pitchFamily="34" charset="-120"/>
              </a:rPr>
              <a:t>git commit -m "msg"</a:t>
            </a:r>
            <a:endParaRPr lang="en-US" sz="1100" dirty="0"/>
          </a:p>
        </p:txBody>
      </p:sp>
      <p:sp>
        <p:nvSpPr>
          <p:cNvPr id="16" name="Text 14"/>
          <p:cNvSpPr txBox="1"/>
          <p:nvPr/>
        </p:nvSpPr>
        <p:spPr>
          <a:xfrm>
            <a:off x="2743200" y="2935224"/>
            <a:ext cx="1920240" cy="502920"/>
          </a:xfrm>
          <a:prstGeom prst="rect">
            <a:avLst/>
          </a:prstGeom>
          <a:noFill/>
          <a:ln/>
        </p:spPr>
        <p:txBody>
          <a:bodyPr wrap="square" lIns="0" tIns="0" rIns="0" bIns="0" rtlCol="0" anchor="ctr"/>
          <a:lstStyle/>
          <a:p>
            <a:pPr marL="0" indent="0">
              <a:buNone/>
            </a:pPr>
            <a:r>
              <a:rPr lang="en-US" sz="1200" dirty="0">
                <a:solidFill>
                  <a:srgbClr val="8892B0"/>
                </a:solidFill>
                <a:latin typeface="Calibri" pitchFamily="34" charset="0"/>
                <a:ea typeface="Calibri" pitchFamily="34" charset="-122"/>
                <a:cs typeface="Calibri" pitchFamily="34" charset="-120"/>
              </a:rPr>
              <a:t>Save snapshot</a:t>
            </a:r>
            <a:endParaRPr lang="en-US" sz="1200" dirty="0"/>
          </a:p>
        </p:txBody>
      </p:sp>
      <p:sp>
        <p:nvSpPr>
          <p:cNvPr id="17" name="Shape 15"/>
          <p:cNvSpPr/>
          <p:nvPr/>
        </p:nvSpPr>
        <p:spPr>
          <a:xfrm>
            <a:off x="365760" y="3593592"/>
            <a:ext cx="2286000" cy="502920"/>
          </a:xfrm>
          <a:prstGeom prst="rect">
            <a:avLst/>
          </a:prstGeom>
          <a:solidFill>
            <a:srgbClr val="0D1117"/>
          </a:solidFill>
          <a:ln/>
        </p:spPr>
      </p:sp>
      <p:sp>
        <p:nvSpPr>
          <p:cNvPr id="18" name="Text 16"/>
          <p:cNvSpPr txBox="1"/>
          <p:nvPr/>
        </p:nvSpPr>
        <p:spPr>
          <a:xfrm>
            <a:off x="457200" y="3593592"/>
            <a:ext cx="2148840" cy="502920"/>
          </a:xfrm>
          <a:prstGeom prst="rect">
            <a:avLst/>
          </a:prstGeom>
          <a:noFill/>
          <a:ln/>
        </p:spPr>
        <p:txBody>
          <a:bodyPr wrap="square" lIns="0" tIns="0" rIns="0" bIns="0" rtlCol="0" anchor="ctr"/>
          <a:lstStyle/>
          <a:p>
            <a:pPr marL="0" indent="0">
              <a:buNone/>
            </a:pPr>
            <a:r>
              <a:rPr lang="en-US" sz="1100" dirty="0">
                <a:solidFill>
                  <a:srgbClr val="64FFDA"/>
                </a:solidFill>
                <a:latin typeface="Courier New" pitchFamily="34" charset="0"/>
                <a:ea typeface="Courier New" pitchFamily="34" charset="-122"/>
                <a:cs typeface="Courier New" pitchFamily="34" charset="-120"/>
              </a:rPr>
              <a:t>git log --oneline</a:t>
            </a:r>
            <a:endParaRPr lang="en-US" sz="1100" dirty="0"/>
          </a:p>
        </p:txBody>
      </p:sp>
      <p:sp>
        <p:nvSpPr>
          <p:cNvPr id="19" name="Text 17"/>
          <p:cNvSpPr txBox="1"/>
          <p:nvPr/>
        </p:nvSpPr>
        <p:spPr>
          <a:xfrm>
            <a:off x="2743200" y="3593592"/>
            <a:ext cx="1920240" cy="502920"/>
          </a:xfrm>
          <a:prstGeom prst="rect">
            <a:avLst/>
          </a:prstGeom>
          <a:noFill/>
          <a:ln/>
        </p:spPr>
        <p:txBody>
          <a:bodyPr wrap="square" lIns="0" tIns="0" rIns="0" bIns="0" rtlCol="0" anchor="ctr"/>
          <a:lstStyle/>
          <a:p>
            <a:pPr marL="0" indent="0">
              <a:buNone/>
            </a:pPr>
            <a:r>
              <a:rPr lang="en-US" sz="1200" dirty="0">
                <a:solidFill>
                  <a:srgbClr val="8892B0"/>
                </a:solidFill>
                <a:latin typeface="Calibri" pitchFamily="34" charset="0"/>
                <a:ea typeface="Calibri" pitchFamily="34" charset="-122"/>
                <a:cs typeface="Calibri" pitchFamily="34" charset="-120"/>
              </a:rPr>
              <a:t>View history</a:t>
            </a:r>
            <a:endParaRPr lang="en-US" sz="1200" dirty="0"/>
          </a:p>
        </p:txBody>
      </p:sp>
      <p:sp>
        <p:nvSpPr>
          <p:cNvPr id="20" name="Shape 18"/>
          <p:cNvSpPr/>
          <p:nvPr/>
        </p:nvSpPr>
        <p:spPr>
          <a:xfrm>
            <a:off x="4754880" y="960120"/>
            <a:ext cx="2286000" cy="502920"/>
          </a:xfrm>
          <a:prstGeom prst="rect">
            <a:avLst/>
          </a:prstGeom>
          <a:solidFill>
            <a:srgbClr val="0D1117"/>
          </a:solidFill>
          <a:ln/>
        </p:spPr>
      </p:sp>
      <p:sp>
        <p:nvSpPr>
          <p:cNvPr id="21" name="Text 19"/>
          <p:cNvSpPr txBox="1"/>
          <p:nvPr/>
        </p:nvSpPr>
        <p:spPr>
          <a:xfrm>
            <a:off x="4846320" y="960120"/>
            <a:ext cx="2148840" cy="502920"/>
          </a:xfrm>
          <a:prstGeom prst="rect">
            <a:avLst/>
          </a:prstGeom>
          <a:noFill/>
          <a:ln/>
        </p:spPr>
        <p:txBody>
          <a:bodyPr wrap="square" lIns="0" tIns="0" rIns="0" bIns="0" rtlCol="0" anchor="ctr"/>
          <a:lstStyle/>
          <a:p>
            <a:pPr marL="0" indent="0">
              <a:buNone/>
            </a:pPr>
            <a:r>
              <a:rPr lang="en-US" sz="1100" dirty="0">
                <a:solidFill>
                  <a:srgbClr val="64FFDA"/>
                </a:solidFill>
                <a:latin typeface="Courier New" pitchFamily="34" charset="0"/>
                <a:ea typeface="Courier New" pitchFamily="34" charset="-122"/>
                <a:cs typeface="Courier New" pitchFamily="34" charset="-120"/>
              </a:rPr>
              <a:t>git checkout -b name</a:t>
            </a:r>
            <a:endParaRPr lang="en-US" sz="1100" dirty="0"/>
          </a:p>
        </p:txBody>
      </p:sp>
      <p:sp>
        <p:nvSpPr>
          <p:cNvPr id="22" name="Text 20"/>
          <p:cNvSpPr txBox="1"/>
          <p:nvPr/>
        </p:nvSpPr>
        <p:spPr>
          <a:xfrm>
            <a:off x="7132320" y="960120"/>
            <a:ext cx="1920240" cy="502920"/>
          </a:xfrm>
          <a:prstGeom prst="rect">
            <a:avLst/>
          </a:prstGeom>
          <a:noFill/>
          <a:ln/>
        </p:spPr>
        <p:txBody>
          <a:bodyPr wrap="square" lIns="0" tIns="0" rIns="0" bIns="0" rtlCol="0" anchor="ctr"/>
          <a:lstStyle/>
          <a:p>
            <a:pPr marL="0" indent="0">
              <a:buNone/>
            </a:pPr>
            <a:r>
              <a:rPr lang="en-US" sz="1200" dirty="0">
                <a:solidFill>
                  <a:srgbClr val="8892B0"/>
                </a:solidFill>
                <a:latin typeface="Calibri" pitchFamily="34" charset="0"/>
                <a:ea typeface="Calibri" pitchFamily="34" charset="-122"/>
                <a:cs typeface="Calibri" pitchFamily="34" charset="-120"/>
              </a:rPr>
              <a:t>Create + switch branch</a:t>
            </a:r>
            <a:endParaRPr lang="en-US" sz="1200" dirty="0"/>
          </a:p>
        </p:txBody>
      </p:sp>
      <p:sp>
        <p:nvSpPr>
          <p:cNvPr id="23" name="Shape 21"/>
          <p:cNvSpPr/>
          <p:nvPr/>
        </p:nvSpPr>
        <p:spPr>
          <a:xfrm>
            <a:off x="4754880" y="1618488"/>
            <a:ext cx="2286000" cy="502920"/>
          </a:xfrm>
          <a:prstGeom prst="rect">
            <a:avLst/>
          </a:prstGeom>
          <a:solidFill>
            <a:srgbClr val="0D1117"/>
          </a:solidFill>
          <a:ln/>
        </p:spPr>
      </p:sp>
      <p:sp>
        <p:nvSpPr>
          <p:cNvPr id="24" name="Text 22"/>
          <p:cNvSpPr txBox="1"/>
          <p:nvPr/>
        </p:nvSpPr>
        <p:spPr>
          <a:xfrm>
            <a:off x="4846320" y="1618488"/>
            <a:ext cx="2148840" cy="502920"/>
          </a:xfrm>
          <a:prstGeom prst="rect">
            <a:avLst/>
          </a:prstGeom>
          <a:noFill/>
          <a:ln/>
        </p:spPr>
        <p:txBody>
          <a:bodyPr wrap="square" lIns="0" tIns="0" rIns="0" bIns="0" rtlCol="0" anchor="ctr"/>
          <a:lstStyle/>
          <a:p>
            <a:pPr marL="0" indent="0">
              <a:buNone/>
            </a:pPr>
            <a:r>
              <a:rPr lang="en-US" sz="1100" dirty="0">
                <a:solidFill>
                  <a:srgbClr val="64FFDA"/>
                </a:solidFill>
                <a:latin typeface="Courier New" pitchFamily="34" charset="0"/>
                <a:ea typeface="Courier New" pitchFamily="34" charset="-122"/>
                <a:cs typeface="Courier New" pitchFamily="34" charset="-120"/>
              </a:rPr>
              <a:t>git merge branch</a:t>
            </a:r>
            <a:endParaRPr lang="en-US" sz="1100" dirty="0"/>
          </a:p>
        </p:txBody>
      </p:sp>
      <p:sp>
        <p:nvSpPr>
          <p:cNvPr id="25" name="Text 23"/>
          <p:cNvSpPr txBox="1"/>
          <p:nvPr/>
        </p:nvSpPr>
        <p:spPr>
          <a:xfrm>
            <a:off x="7132320" y="1618488"/>
            <a:ext cx="1920240" cy="502920"/>
          </a:xfrm>
          <a:prstGeom prst="rect">
            <a:avLst/>
          </a:prstGeom>
          <a:noFill/>
          <a:ln/>
        </p:spPr>
        <p:txBody>
          <a:bodyPr wrap="square" lIns="0" tIns="0" rIns="0" bIns="0" rtlCol="0" anchor="ctr"/>
          <a:lstStyle/>
          <a:p>
            <a:pPr marL="0" indent="0">
              <a:buNone/>
            </a:pPr>
            <a:r>
              <a:rPr lang="en-US" sz="1200" dirty="0">
                <a:solidFill>
                  <a:srgbClr val="8892B0"/>
                </a:solidFill>
                <a:latin typeface="Calibri" pitchFamily="34" charset="0"/>
                <a:ea typeface="Calibri" pitchFamily="34" charset="-122"/>
                <a:cs typeface="Calibri" pitchFamily="34" charset="-120"/>
              </a:rPr>
              <a:t>Merge branch into current</a:t>
            </a:r>
            <a:endParaRPr lang="en-US" sz="1200" dirty="0"/>
          </a:p>
        </p:txBody>
      </p:sp>
      <p:sp>
        <p:nvSpPr>
          <p:cNvPr id="26" name="Shape 24"/>
          <p:cNvSpPr/>
          <p:nvPr/>
        </p:nvSpPr>
        <p:spPr>
          <a:xfrm>
            <a:off x="4754880" y="2276856"/>
            <a:ext cx="2286000" cy="502920"/>
          </a:xfrm>
          <a:prstGeom prst="rect">
            <a:avLst/>
          </a:prstGeom>
          <a:solidFill>
            <a:srgbClr val="0D1117"/>
          </a:solidFill>
          <a:ln/>
        </p:spPr>
      </p:sp>
      <p:sp>
        <p:nvSpPr>
          <p:cNvPr id="27" name="Text 25"/>
          <p:cNvSpPr txBox="1"/>
          <p:nvPr/>
        </p:nvSpPr>
        <p:spPr>
          <a:xfrm>
            <a:off x="4846320" y="2276856"/>
            <a:ext cx="2148840" cy="502920"/>
          </a:xfrm>
          <a:prstGeom prst="rect">
            <a:avLst/>
          </a:prstGeom>
          <a:noFill/>
          <a:ln/>
        </p:spPr>
        <p:txBody>
          <a:bodyPr wrap="square" lIns="0" tIns="0" rIns="0" bIns="0" rtlCol="0" anchor="ctr"/>
          <a:lstStyle/>
          <a:p>
            <a:pPr marL="0" indent="0">
              <a:buNone/>
            </a:pPr>
            <a:r>
              <a:rPr lang="en-US" sz="1100" dirty="0">
                <a:solidFill>
                  <a:srgbClr val="64FFDA"/>
                </a:solidFill>
                <a:latin typeface="Courier New" pitchFamily="34" charset="0"/>
                <a:ea typeface="Courier New" pitchFamily="34" charset="-122"/>
                <a:cs typeface="Courier New" pitchFamily="34" charset="-120"/>
              </a:rPr>
              <a:t>git push origin main</a:t>
            </a:r>
            <a:endParaRPr lang="en-US" sz="1100" dirty="0"/>
          </a:p>
        </p:txBody>
      </p:sp>
      <p:sp>
        <p:nvSpPr>
          <p:cNvPr id="28" name="Text 26"/>
          <p:cNvSpPr txBox="1"/>
          <p:nvPr/>
        </p:nvSpPr>
        <p:spPr>
          <a:xfrm>
            <a:off x="7132320" y="2276856"/>
            <a:ext cx="1920240" cy="502920"/>
          </a:xfrm>
          <a:prstGeom prst="rect">
            <a:avLst/>
          </a:prstGeom>
          <a:noFill/>
          <a:ln/>
        </p:spPr>
        <p:txBody>
          <a:bodyPr wrap="square" lIns="0" tIns="0" rIns="0" bIns="0" rtlCol="0" anchor="ctr"/>
          <a:lstStyle/>
          <a:p>
            <a:pPr marL="0" indent="0">
              <a:buNone/>
            </a:pPr>
            <a:r>
              <a:rPr lang="en-US" sz="1200" dirty="0">
                <a:solidFill>
                  <a:srgbClr val="8892B0"/>
                </a:solidFill>
                <a:latin typeface="Calibri" pitchFamily="34" charset="0"/>
                <a:ea typeface="Calibri" pitchFamily="34" charset="-122"/>
                <a:cs typeface="Calibri" pitchFamily="34" charset="-120"/>
              </a:rPr>
              <a:t>Upload to GitHub</a:t>
            </a:r>
            <a:endParaRPr lang="en-US" sz="1200" dirty="0"/>
          </a:p>
        </p:txBody>
      </p:sp>
      <p:sp>
        <p:nvSpPr>
          <p:cNvPr id="29" name="Shape 27"/>
          <p:cNvSpPr/>
          <p:nvPr/>
        </p:nvSpPr>
        <p:spPr>
          <a:xfrm>
            <a:off x="4754880" y="2935224"/>
            <a:ext cx="2286000" cy="502920"/>
          </a:xfrm>
          <a:prstGeom prst="rect">
            <a:avLst/>
          </a:prstGeom>
          <a:solidFill>
            <a:srgbClr val="0D1117"/>
          </a:solidFill>
          <a:ln/>
        </p:spPr>
      </p:sp>
      <p:sp>
        <p:nvSpPr>
          <p:cNvPr id="30" name="Text 28"/>
          <p:cNvSpPr txBox="1"/>
          <p:nvPr/>
        </p:nvSpPr>
        <p:spPr>
          <a:xfrm>
            <a:off x="4846320" y="2935224"/>
            <a:ext cx="2148840" cy="502920"/>
          </a:xfrm>
          <a:prstGeom prst="rect">
            <a:avLst/>
          </a:prstGeom>
          <a:noFill/>
          <a:ln/>
        </p:spPr>
        <p:txBody>
          <a:bodyPr wrap="square" lIns="0" tIns="0" rIns="0" bIns="0" rtlCol="0" anchor="ctr"/>
          <a:lstStyle/>
          <a:p>
            <a:pPr marL="0" indent="0">
              <a:buNone/>
            </a:pPr>
            <a:r>
              <a:rPr lang="en-US" sz="1100" dirty="0">
                <a:solidFill>
                  <a:srgbClr val="64FFDA"/>
                </a:solidFill>
                <a:latin typeface="Courier New" pitchFamily="34" charset="0"/>
                <a:ea typeface="Courier New" pitchFamily="34" charset="-122"/>
                <a:cs typeface="Courier New" pitchFamily="34" charset="-120"/>
              </a:rPr>
              <a:t>git pull origin main</a:t>
            </a:r>
            <a:endParaRPr lang="en-US" sz="1100" dirty="0"/>
          </a:p>
        </p:txBody>
      </p:sp>
      <p:sp>
        <p:nvSpPr>
          <p:cNvPr id="31" name="Text 29"/>
          <p:cNvSpPr txBox="1"/>
          <p:nvPr/>
        </p:nvSpPr>
        <p:spPr>
          <a:xfrm>
            <a:off x="7132320" y="2935224"/>
            <a:ext cx="1920240" cy="502920"/>
          </a:xfrm>
          <a:prstGeom prst="rect">
            <a:avLst/>
          </a:prstGeom>
          <a:noFill/>
          <a:ln/>
        </p:spPr>
        <p:txBody>
          <a:bodyPr wrap="square" lIns="0" tIns="0" rIns="0" bIns="0" rtlCol="0" anchor="ctr"/>
          <a:lstStyle/>
          <a:p>
            <a:pPr marL="0" indent="0">
              <a:buNone/>
            </a:pPr>
            <a:r>
              <a:rPr lang="en-US" sz="1200" dirty="0">
                <a:solidFill>
                  <a:srgbClr val="8892B0"/>
                </a:solidFill>
                <a:latin typeface="Calibri" pitchFamily="34" charset="0"/>
                <a:ea typeface="Calibri" pitchFamily="34" charset="-122"/>
                <a:cs typeface="Calibri" pitchFamily="34" charset="-120"/>
              </a:rPr>
              <a:t>Download from GitHub</a:t>
            </a:r>
            <a:endParaRPr lang="en-US" sz="1200" dirty="0"/>
          </a:p>
        </p:txBody>
      </p:sp>
      <p:sp>
        <p:nvSpPr>
          <p:cNvPr id="32" name="Shape 30"/>
          <p:cNvSpPr/>
          <p:nvPr/>
        </p:nvSpPr>
        <p:spPr>
          <a:xfrm>
            <a:off x="365760" y="4297680"/>
            <a:ext cx="8412480" cy="658368"/>
          </a:xfrm>
          <a:prstGeom prst="rect">
            <a:avLst/>
          </a:prstGeom>
          <a:solidFill>
            <a:srgbClr val="1E3060"/>
          </a:solidFill>
          <a:ln w="19050">
            <a:solidFill>
              <a:srgbClr val="F7DF1E"/>
            </a:solidFill>
            <a:prstDash val="solid"/>
          </a:ln>
        </p:spPr>
      </p:sp>
      <p:sp>
        <p:nvSpPr>
          <p:cNvPr id="33" name="Text 31"/>
          <p:cNvSpPr txBox="1"/>
          <p:nvPr/>
        </p:nvSpPr>
        <p:spPr>
          <a:xfrm>
            <a:off x="502920" y="4343400"/>
            <a:ext cx="8229600" cy="566928"/>
          </a:xfrm>
          <a:prstGeom prst="rect">
            <a:avLst/>
          </a:prstGeom>
          <a:noFill/>
          <a:ln/>
        </p:spPr>
        <p:txBody>
          <a:bodyPr wrap="square" lIns="0" tIns="0" rIns="0" bIns="0" rtlCol="0" anchor="ctr"/>
          <a:lstStyle/>
          <a:p>
            <a:pPr marL="0" indent="0">
              <a:buNone/>
            </a:pPr>
            <a:r>
              <a:rPr lang="en-US" sz="1200" dirty="0">
                <a:solidFill>
                  <a:srgbClr val="F7DF1E"/>
                </a:solidFill>
                <a:latin typeface="Calibri" pitchFamily="34" charset="0"/>
                <a:ea typeface="Calibri" pitchFamily="34" charset="-122"/>
                <a:cs typeface="Calibri" pitchFamily="34" charset="-120"/>
              </a:rPr>
              <a:t>HOMEWORK: Init a local Git repo for your team project. Make 3 commits (add HTML, add CSS, add JS). Push to a new GitHub repo. Share the URL on the </a:t>
            </a:r>
            <a:r>
              <a:rPr lang="en-US" sz="1200" dirty="0" err="1">
                <a:solidFill>
                  <a:srgbClr val="F7DF1E"/>
                </a:solidFill>
                <a:latin typeface="Calibri" pitchFamily="34" charset="0"/>
                <a:ea typeface="Calibri" pitchFamily="34" charset="-122"/>
                <a:cs typeface="Calibri" pitchFamily="34" charset="-120"/>
              </a:rPr>
              <a:t>Cybercampus</a:t>
            </a:r>
            <a:r>
              <a:rPr lang="en-US" sz="1200" dirty="0">
                <a:solidFill>
                  <a:srgbClr val="F7DF1E"/>
                </a:solidFill>
                <a:latin typeface="Calibri" pitchFamily="34" charset="0"/>
                <a:ea typeface="Calibri" pitchFamily="34" charset="-122"/>
                <a:cs typeface="Calibri" pitchFamily="34" charset="-120"/>
              </a:rPr>
              <a:t> by next class.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TotalTime>
  <Words>1632</Words>
  <Application>Microsoft Office PowerPoint</Application>
  <PresentationFormat>On-screen Show (16:9)</PresentationFormat>
  <Paragraphs>225</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Gachon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 &amp; Version Control</dc:title>
  <dc:subject>PptxGenJS Presentation</dc:subject>
  <dc:creator>Dr. Mukhiddin Toshpulatov</dc:creator>
  <cp:lastModifiedBy>Mukhiddin Toshpulatov</cp:lastModifiedBy>
  <cp:revision>2</cp:revision>
  <dcterms:created xsi:type="dcterms:W3CDTF">2026-10-21T06:50:01Z</dcterms:created>
  <dcterms:modified xsi:type="dcterms:W3CDTF">2026-10-21T07:37:02Z</dcterms:modified>
</cp:coreProperties>
</file>