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Deployment = moving from localhost to a real server. GitHub Pages only serves STATIC files. For dynamic apps, use Render or Railway.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Pages is a static site hosting service built into GitHub. The URL format uses your GitHub username.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LIVE. The most common issue: repo is private. Solution: make it public. Also: index.html MUST be in the root.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URL is predictable and permanent once set. A student can share this URL on their resume!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Pages is a FILE SERVER — it sends files as-is. It cannot EXECUTE code. The Book Search App works because it uses the Open Library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404 error from a misplaced index.html is the most frequent support ticket after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Actions is a preview of what is coming — full CI/CD pipelines. GitHub Pages already has a built-in Action that does the deployment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work independently for 20 minutes. Common issues: index.html not in root, repo is private, Pages not seeing latest commit — wait a minute and hard refresh.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handy during the lab. The 404 and private-repo issues account for about 70% of student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Week 9. You now have a complete professional workflow — write code, commit to Git, push to GitHub, site goes live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731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MODULE  ·  Week 9  ·  Fri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Deploying Your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your site public on the internet — for free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K0126002  ·  Gachon University  ·  2026 Fall  ·  Dr. Toshpulatov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Deployment?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960120"/>
            <a:ext cx="2011680" cy="2743200"/>
          </a:xfrm>
          <a:prstGeom prst="rect">
            <a:avLst/>
          </a:prstGeom>
          <a:solidFill>
            <a:srgbClr val="152038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10789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162763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Laptop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208483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works locally (localhost only)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19659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423160" y="960120"/>
            <a:ext cx="2011680" cy="2743200"/>
          </a:xfrm>
          <a:prstGeom prst="rect">
            <a:avLst/>
          </a:prstGeom>
          <a:solidFill>
            <a:srgbClr val="152038"/>
          </a:solidFill>
          <a:ln w="19050">
            <a:solidFill>
              <a:srgbClr val="40A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23160" y="10789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📤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162763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208483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stored in the cloud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19659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617720" y="960120"/>
            <a:ext cx="2011680" cy="2743200"/>
          </a:xfrm>
          <a:prstGeom prst="rect">
            <a:avLst/>
          </a:prstGeom>
          <a:solidFill>
            <a:srgbClr val="152038"/>
          </a:solidFill>
          <a:ln w="19050">
            <a:solidFill>
              <a:srgbClr val="E8A04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10789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162763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Builds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208483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your repo into a website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19659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812280" y="960120"/>
            <a:ext cx="2011680" cy="2743200"/>
          </a:xfrm>
          <a:prstGeom prst="rect">
            <a:avLst/>
          </a:prstGeom>
          <a:solidFill>
            <a:srgbClr val="152038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12280" y="10789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162763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Internet!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208483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visit your URL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3931920"/>
            <a:ext cx="8686800" cy="914400"/>
          </a:xfrm>
          <a:prstGeom prst="rect">
            <a:avLst/>
          </a:prstGeom>
          <a:solidFill>
            <a:srgbClr val="16284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65760" y="39776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Options: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65760" y="42519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GitHub Pages — free, static sites, perfect for this course  |  Netlify / Vercel — free tiers, easy CI/CD  |  Cloud servers (AWS, GCP) — full control, paid, advanced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Pages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4937760" cy="4069080"/>
          </a:xfrm>
          <a:prstGeom prst="rect">
            <a:avLst/>
          </a:prstGeom>
          <a:solidFill>
            <a:srgbClr val="0A1628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4048" y="932688"/>
            <a:ext cx="473659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User/organization site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username.github.io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Project site (most common)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username.github.io/repo-name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Example for this class: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juma2024.github.io/book-search-app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After enabling GitHub Pages: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site is live in ~2 minutes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Updates on every git push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49240" y="822960"/>
            <a:ext cx="3520440" cy="59436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40680" y="85953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100% Free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40680" y="113385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public repos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49240" y="1527048"/>
            <a:ext cx="3520440" cy="59436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40680" y="156362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No server needed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83794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hosts for you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49240" y="2231136"/>
            <a:ext cx="3520440" cy="59436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40680" y="22677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Auto-updates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254203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= site updates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49240" y="2935224"/>
            <a:ext cx="3520440" cy="59436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40680" y="297180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Custom domain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40680" y="324612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Optional, free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49240" y="3639312"/>
            <a:ext cx="3520440" cy="59436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40680" y="367588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HTTPS included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40680" y="395020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default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 GitHub Pages — Step by Step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Pages → Deploy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8595360" cy="64008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1097280"/>
            <a:ext cx="411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115568"/>
            <a:ext cx="7909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repo on GitHub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371600"/>
            <a:ext cx="7909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github.com → your repo page (the Book Search App repo from Monday)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8595360" cy="64008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1847088"/>
            <a:ext cx="411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1865376"/>
            <a:ext cx="7909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Settings tab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121408"/>
            <a:ext cx="7909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navigation: Code, Issues, Pull requests … Settings. Click Settings.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8595360" cy="64008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0040" y="2596896"/>
            <a:ext cx="411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2615184"/>
            <a:ext cx="7909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to Pages section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871216"/>
            <a:ext cx="7909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sidebar: find "Pages" under Code and Automation section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328416"/>
            <a:ext cx="8595360" cy="64008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0040" y="3346704"/>
            <a:ext cx="411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364992"/>
            <a:ext cx="7909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Source to "main" branch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621024"/>
            <a:ext cx="7909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"Build and deployment" → Source: Deploy from branch → Branch: main → /(root)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078224"/>
            <a:ext cx="8595360" cy="64008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0040" y="4096512"/>
            <a:ext cx="411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114800"/>
            <a:ext cx="7909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Save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370832"/>
            <a:ext cx="7909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starts building. Wait ~2 minutes. Refresh the page to see your live URL.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82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QUICK QUIZ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400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in GitHub do you enable GitHub Pages for a repository?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874520"/>
            <a:ext cx="3931920" cy="777240"/>
          </a:xfrm>
          <a:prstGeom prst="rect">
            <a:avLst/>
          </a:prstGeom>
          <a:solidFill>
            <a:srgbClr val="1E3A5F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repository's Code tab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92040" y="1874520"/>
            <a:ext cx="3931920" cy="777240"/>
          </a:xfrm>
          <a:prstGeom prst="rect">
            <a:avLst/>
          </a:prstGeom>
          <a:solidFill>
            <a:srgbClr val="1A4040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Actions tab → Workflows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2788920"/>
            <a:ext cx="3931920" cy="777240"/>
          </a:xfrm>
          <a:prstGeom prst="rect">
            <a:avLst/>
          </a:prstGeom>
          <a:solidFill>
            <a:srgbClr val="2D1B4E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Pages → choose a branch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92040" y="2788920"/>
            <a:ext cx="3931920" cy="777240"/>
          </a:xfrm>
          <a:prstGeom prst="rect">
            <a:avLst/>
          </a:prstGeom>
          <a:solidFill>
            <a:srgbClr val="1A3A2A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→ New Issue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Discuss — then we'll reveal the answer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82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ANSWER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in GitHub do you enable GitHub Pages for a repository?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18745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repository's Code tab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92040" y="18745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Actions tab → Workflows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2788920"/>
            <a:ext cx="3931920" cy="777240"/>
          </a:xfrm>
          <a:prstGeom prst="rect">
            <a:avLst/>
          </a:prstGeom>
          <a:solidFill>
            <a:srgbClr val="22C55E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indent="0" marL="0">
              <a:buNone/>
            </a:pPr>
            <a:r>
              <a:rPr lang="en-US" sz="13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Pages → choose a branch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92040" y="27889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→ New Issue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4074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your repo → Settings → Pages (left sidebar) → Source → select branch (usually main) → Save. It deploys automatically.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GitHub Pages URL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8595360" cy="1188720"/>
          </a:xfrm>
          <a:prstGeom prst="rect">
            <a:avLst/>
          </a:prstGeom>
          <a:solidFill>
            <a:srgbClr val="0D1B2E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932688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juma2024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932688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.github.io/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932688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0A0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book-search-app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55448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GitHub username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155448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domain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55448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repository name (exact match)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8595360" cy="658368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1480" y="228600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Repo name must be lowercase and use hyphens — spaces are not allowed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3044952"/>
            <a:ext cx="8595360" cy="658368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309067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EXACT repo name becomes part of your URL — rename carefully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3849624"/>
            <a:ext cx="8595360" cy="658368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" y="389534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index.html must be in the ROOT folder of your repo (not in /src or /public)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82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QUICK QUIZ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400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GitHub username is `jiyeon99` and your repo is `portfolio`. What is your GitHub Pages URL?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874520"/>
            <a:ext cx="3931920" cy="777240"/>
          </a:xfrm>
          <a:prstGeom prst="rect">
            <a:avLst/>
          </a:prstGeom>
          <a:solidFill>
            <a:srgbClr val="1E3A5F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github.com/jiyeon99/portfolio/live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92040" y="1874520"/>
            <a:ext cx="3931920" cy="777240"/>
          </a:xfrm>
          <a:prstGeom prst="rect">
            <a:avLst/>
          </a:prstGeom>
          <a:solidFill>
            <a:srgbClr val="1A4040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jiyeon99.github.io/portfolio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2788920"/>
            <a:ext cx="3931920" cy="777240"/>
          </a:xfrm>
          <a:prstGeom prst="rect">
            <a:avLst/>
          </a:prstGeom>
          <a:solidFill>
            <a:srgbClr val="2D1B4E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pages.github.com/jiyeon99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92040" y="2788920"/>
            <a:ext cx="3931920" cy="777240"/>
          </a:xfrm>
          <a:prstGeom prst="rect">
            <a:avLst/>
          </a:prstGeom>
          <a:solidFill>
            <a:srgbClr val="1A3A2A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portfolio.jiyeon99.com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Discuss — then we'll reveal the answer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82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ANSWER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GitHub username is `jiyeon99` and your repo is `portfolio`. What is your GitHub Pages URL?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18745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github.com/jiyeon99/portfolio/live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92040" y="1874520"/>
            <a:ext cx="3931920" cy="777240"/>
          </a:xfrm>
          <a:prstGeom prst="rect">
            <a:avLst/>
          </a:prstGeom>
          <a:solidFill>
            <a:srgbClr val="22C55E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indent="0" marL="0">
              <a:buNone/>
            </a:pPr>
            <a:r>
              <a:rPr lang="en-US" sz="13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jiyeon99.github.io/portfolio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27889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pages.github.com/jiyeon99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92040" y="27889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portfolio.jiyeon99.com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4074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format is &lt;username&gt;.github.io/&lt;repo-name&gt;. For your username repo (jiyeon99.github.io), the URL is just https://jiyeon99.github.io.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vs Dynamic — What Works?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4206240" cy="4069080"/>
          </a:xfrm>
          <a:prstGeom prst="rect">
            <a:avLst/>
          </a:prstGeom>
          <a:solidFill>
            <a:srgbClr val="152038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868680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Works on GitHub Pages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84048" y="1261872"/>
            <a:ext cx="3950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HTML files (.html)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84048" y="1645920"/>
            <a:ext cx="3950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CSS stylesheets (.css)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84048" y="2029968"/>
            <a:ext cx="3950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JavaScript files (.js)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84048" y="2414016"/>
            <a:ext cx="3950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Images (PNG, JPG, SVG)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84048" y="2798064"/>
            <a:ext cx="3950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JSON data files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84048" y="3182112"/>
            <a:ext cx="3950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Web fonts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84048" y="3566160"/>
            <a:ext cx="3950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Client-side frameworks (React, Vue with build step)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" y="3950208"/>
            <a:ext cx="3950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fetch() requests to external APIs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822960"/>
            <a:ext cx="4206240" cy="4069080"/>
          </a:xfrm>
          <a:prstGeom prst="rect">
            <a:avLst/>
          </a:prstGeom>
          <a:solidFill>
            <a:srgbClr val="1A1A2A"/>
          </a:solidFill>
          <a:ln w="25400">
            <a:solidFill>
              <a:srgbClr val="E8404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36592" y="868680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Does NOT Work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36592" y="1261872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PHP (server-side language)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736592" y="1645920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Python / Flask / Django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736592" y="2029968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Node.js / Express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736592" y="2414016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Databases (MySQL, MongoDB)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736592" y="2798064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File system writes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736592" y="3182112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User authentication (sessions)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736592" y="3566160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.htaccess server config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82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QUICK QUIZ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400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Pages can host which of the following?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874520"/>
            <a:ext cx="3931920" cy="777240"/>
          </a:xfrm>
          <a:prstGeom prst="rect">
            <a:avLst/>
          </a:prstGeom>
          <a:solidFill>
            <a:srgbClr val="1E3A5F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PHP + MySQL web app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92040" y="1874520"/>
            <a:ext cx="3931920" cy="777240"/>
          </a:xfrm>
          <a:prstGeom prst="rect">
            <a:avLst/>
          </a:prstGeom>
          <a:solidFill>
            <a:srgbClr val="1A4040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Node.js Express server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2788920"/>
            <a:ext cx="3931920" cy="777240"/>
          </a:xfrm>
          <a:prstGeom prst="rect">
            <a:avLst/>
          </a:prstGeom>
          <a:solidFill>
            <a:srgbClr val="2D1B4E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HTML/CSS/JS site with fetch() calls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92040" y="2788920"/>
            <a:ext cx="3931920" cy="777240"/>
          </a:xfrm>
          <a:prstGeom prst="rect">
            <a:avLst/>
          </a:prstGeom>
          <a:solidFill>
            <a:srgbClr val="1A3A2A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Flask API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Discuss — then we'll reveal the answer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82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ANSWER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Pages can host which of the following?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18745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PHP + MySQL web app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92040" y="18745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Node.js Express server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2788920"/>
            <a:ext cx="3931920" cy="777240"/>
          </a:xfrm>
          <a:prstGeom prst="rect">
            <a:avLst/>
          </a:prstGeom>
          <a:solidFill>
            <a:srgbClr val="22C55E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indent="0" marL="0">
              <a:buNone/>
            </a:pPr>
            <a:r>
              <a:rPr lang="en-US" sz="13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HTML/CSS/JS site with fetch() calls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92040" y="27889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Flask API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4074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serves static files only. PHP, Python, and Node.js require a server that runs code — GitHub Pages has none. But client-side JS (fetch, DOM, Canvas) works fine.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index.html is Your Entry Point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4160520" cy="4069080"/>
          </a:xfrm>
          <a:prstGeom prst="rect">
            <a:avLst/>
          </a:prstGeom>
          <a:solidFill>
            <a:srgbClr val="0A1628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8686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repo structure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47472" y="1207008"/>
            <a:ext cx="4005072" cy="3621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book-search-app/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index.html     &lt;- ENTRY POINT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style.css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README.md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Wrong! (causes 404)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book-search-app/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index.html   &lt;- NOT found!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Fix: move index.html to root 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 Pages source to /src folder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822960"/>
            <a:ext cx="4297680" cy="109728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63440" y="877824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named "index.html"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26187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— case sensitive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2057400"/>
            <a:ext cx="4297680" cy="109728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2112264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in the ROOT folder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49631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/src or /public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3291840"/>
            <a:ext cx="4297680" cy="109728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3346704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pages link relatively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73075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./about.html not /about.html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455371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404 cause: index.html is in a subfolder, not the repo root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82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QUICK QUIZ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400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deployed to GitHub Pages but see a 404 error at your URL. Most likely cause: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874520"/>
            <a:ext cx="3931920" cy="777240"/>
          </a:xfrm>
          <a:prstGeom prst="rect">
            <a:avLst/>
          </a:prstGeom>
          <a:solidFill>
            <a:srgbClr val="1E3A5F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CSS file has a syntax error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92040" y="1874520"/>
            <a:ext cx="3931920" cy="777240"/>
          </a:xfrm>
          <a:prstGeom prst="rect">
            <a:avLst/>
          </a:prstGeom>
          <a:solidFill>
            <a:srgbClr val="1A4040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repo is set to private (or no index.html at the repo root)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2788920"/>
            <a:ext cx="3931920" cy="777240"/>
          </a:xfrm>
          <a:prstGeom prst="rect">
            <a:avLst/>
          </a:prstGeom>
          <a:solidFill>
            <a:srgbClr val="2D1B4E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used defer on a script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92040" y="2788920"/>
            <a:ext cx="3931920" cy="777240"/>
          </a:xfrm>
          <a:prstGeom prst="rect">
            <a:avLst/>
          </a:prstGeom>
          <a:solidFill>
            <a:srgbClr val="1A3A2A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is down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Discuss — then we'll reveal the answer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82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ANSWER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deployed to GitHub Pages but see a 404 error at your URL. Most likely cause: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18745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CSS file has a syntax error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92040" y="1874520"/>
            <a:ext cx="3931920" cy="777240"/>
          </a:xfrm>
          <a:prstGeom prst="rect">
            <a:avLst/>
          </a:prstGeom>
          <a:solidFill>
            <a:srgbClr val="22C55E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indent="0" marL="0">
              <a:buNone/>
            </a:pPr>
            <a:r>
              <a:rPr lang="en-US" sz="13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repo is set to private (or no index.html at the repo root)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27889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used defer on a script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92040" y="27889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is down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4074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needs index.html at the root of your deployment branch. Private repos also block Pages on the free plan. Check: repo is public AND index.html is at root.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Actions — Automation &amp; CI/CD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960120"/>
            <a:ext cx="2834640" cy="219456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" y="10515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600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20116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workflows that run when something happens in your repo (push, PR, schedule).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82112" y="960120"/>
            <a:ext cx="2834640" cy="219456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82112" y="10515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🔁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273552" y="1600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Concept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273552" y="20116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= run tests automatically on every push. CD = deploy automatically when tests pass.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35624" y="960120"/>
            <a:ext cx="2834640" cy="219456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35624" y="10515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227064" y="1600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File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27064" y="20116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YAML file in .github/workflows/ tells GitHub WHAT to run and WHEN to run it.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337560"/>
            <a:ext cx="8595360" cy="1417320"/>
          </a:xfrm>
          <a:prstGeom prst="rect">
            <a:avLst/>
          </a:prstGeom>
          <a:solidFill>
            <a:srgbClr val="0A1628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4048" y="3401568"/>
            <a:ext cx="836676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 push    # trigger: on every push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deploy: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Activity — Deploy Your Book Search App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4343400" cy="114300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74320" y="960120"/>
            <a:ext cx="411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98755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repo structure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307592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must be in root. Check with: ls -la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2176272"/>
            <a:ext cx="4343400" cy="114300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" y="2221992"/>
            <a:ext cx="411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249424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latest code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569464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-m "Final for deployment"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origin main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3438144"/>
            <a:ext cx="4343400" cy="114300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" y="3483864"/>
            <a:ext cx="411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511296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GitHub Pages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831336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→ Settings → Pages → Source: main branch → Save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914400"/>
            <a:ext cx="4343400" cy="114300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960120"/>
            <a:ext cx="411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98755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build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1307592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minutes. Refresh Settings → Pages until you see the green URL.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176272"/>
            <a:ext cx="4343400" cy="114300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00600" y="2221992"/>
            <a:ext cx="411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2249424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 live site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2569464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URL in a browser. Test search. Open on your phone!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438144"/>
            <a:ext cx="4343400" cy="114300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00600" y="3483864"/>
            <a:ext cx="411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303520" y="3511296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URL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303520" y="3831336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your live site URL in the week9-deploy channel on Cybercampus.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82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QUICK QUIZ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400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pushing a commit, about how long does GitHub Pages take to redeploy?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874520"/>
            <a:ext cx="3931920" cy="777240"/>
          </a:xfrm>
          <a:prstGeom prst="rect">
            <a:avLst/>
          </a:prstGeom>
          <a:solidFill>
            <a:srgbClr val="1E3A5F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(&lt; 1 second)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92040" y="1874520"/>
            <a:ext cx="3931920" cy="777240"/>
          </a:xfrm>
          <a:prstGeom prst="rect">
            <a:avLst/>
          </a:prstGeom>
          <a:solidFill>
            <a:srgbClr val="1A4040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minutes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2788920"/>
            <a:ext cx="3931920" cy="777240"/>
          </a:xfrm>
          <a:prstGeom prst="rect">
            <a:avLst/>
          </a:prstGeom>
          <a:solidFill>
            <a:srgbClr val="2D1B4E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minutes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92040" y="2788920"/>
            <a:ext cx="3931920" cy="777240"/>
          </a:xfrm>
          <a:prstGeom prst="rect">
            <a:avLst/>
          </a:prstGeom>
          <a:solidFill>
            <a:srgbClr val="1A3A2A"/>
          </a:solidFill>
          <a:ln w="9525">
            <a:solidFill>
              <a:srgbClr val="2A4A6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hours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Discuss — then we'll reveal the answer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82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ANSWER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pushing a commit, about how long does GitHub Pages take to redeploy?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18745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(&lt; 1 second)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92040" y="1874520"/>
            <a:ext cx="3931920" cy="777240"/>
          </a:xfrm>
          <a:prstGeom prst="rect">
            <a:avLst/>
          </a:prstGeom>
          <a:solidFill>
            <a:srgbClr val="22C55E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920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indent="0" marL="0">
              <a:buNone/>
            </a:pPr>
            <a:r>
              <a:rPr lang="en-US" sz="13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minutes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27889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minutes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92040" y="2788920"/>
            <a:ext cx="3931920" cy="777240"/>
          </a:xfrm>
          <a:prstGeom prst="rect">
            <a:avLst/>
          </a:prstGeom>
          <a:solidFill>
            <a:srgbClr val="2A2A3A"/>
          </a:solidFill>
          <a:ln w="9525">
            <a:solidFill>
              <a:srgbClr val="3A3A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hours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4074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usually complete in 1–3 minutes. Check the Actions tab for build status. If it's stuck, check for a jekyll build error in the logs.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Issues &amp; Fixes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8595360" cy="68580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4048" y="950976"/>
            <a:ext cx="8366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404 Not Found error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84048" y="1225296"/>
            <a:ext cx="8366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Check index.html is in the repo root. Rename from Index.html — casing matters!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719072"/>
            <a:ext cx="8595360" cy="68580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84048" y="1755648"/>
            <a:ext cx="8366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Site shows old code after push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84048" y="2029968"/>
            <a:ext cx="8366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Hard refresh: Ctrl+Shift+R (Win) or Cmd+Shift+R (Mac). GitHub Pages cache can lag 1-2 minutes.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523744"/>
            <a:ext cx="8595360" cy="68580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048" y="2560320"/>
            <a:ext cx="8366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GitHub Pages option is grey / unavailable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84048" y="2834640"/>
            <a:ext cx="8366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Repository must be PUBLIC. Settings → General → Danger Zone → Change visibility → Public.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328416"/>
            <a:ext cx="8595360" cy="68580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4048" y="3364992"/>
            <a:ext cx="8366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Images/CSS/JS not loading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" y="3639312"/>
            <a:ext cx="8366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All file paths must be relative (./style.css not /style.css). Absolute paths break on GitHub Pages.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4133088"/>
            <a:ext cx="8595360" cy="68580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4048" y="4169664"/>
            <a:ext cx="8366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API fetch returns error on live site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84048" y="4443984"/>
            <a:ext cx="8366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Check browser console. The API must allow CORS. Open Library API used in class supports CORS.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9 Summary &amp; Next Steps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772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you learned: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1704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 basics: init, add, commit, log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5544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Branching and merging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93852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Working with GitHub remote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232257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 Pages deployment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270662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Static vs dynamic site hosting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30906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 Actions (concept)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7772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170432"/>
            <a:ext cx="4114800" cy="86868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2070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4630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Project Kickoff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7099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repo setup, first commits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176272"/>
            <a:ext cx="4114800" cy="86868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22128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4688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JS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7157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Promises, async/await, APIs in depth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182112"/>
            <a:ext cx="4114800" cy="868680"/>
          </a:xfrm>
          <a:prstGeom prst="rect">
            <a:avLst/>
          </a:prstGeom>
          <a:solidFill>
            <a:srgbClr val="152038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32186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474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intro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7216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server deployment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4251960"/>
            <a:ext cx="8595360" cy="685800"/>
          </a:xfrm>
          <a:prstGeom prst="rect">
            <a:avLst/>
          </a:prstGeom>
          <a:solidFill>
            <a:srgbClr val="1A3060"/>
          </a:solidFill>
          <a:ln w="25400">
            <a:solidFill>
              <a:srgbClr val="F7DF1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4048" y="4297680"/>
            <a:ext cx="8366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Add form validation to your team project. Share your GitHub Pages URL + PR link on Cybercampus by Sunday.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2026-10-22T07:26:17Z</dcterms:created>
  <dcterms:modified xsi:type="dcterms:W3CDTF">2026-10-22T07:26:17Z</dcterms:modified>
</cp:coreProperties>
</file>