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directly affects business metrics. Every 100ms of additional load time reduced conversions by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Lighthouse is Chrome DevTools built-in auditing tool. F12 &gt; Lighthouse tab. Run on Incognito. Target: Performance 90+, Accessibility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Network tab waterfall is the most important debugging tool for performance. Sort by Size to find the biggest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typically account for 50-80% of a page total bytes.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loading="lazy" is one of the easiest performance wins. Never lazy-load the hero image above the 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Minification removes comments, whitespace, and redundant code without changing functionality. Use a build tool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defer, the browser stops parsing HTML when it hits a script tag. Modern advice: use defer and put scripts in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CDN stores copies of your static files at servers around the world called edge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Caching means the browser stores a copy of your file locally. Cache-busting: change the filename (style.v2.css) when you update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Above-the-fold content is everything the user sees without scrolling. Lighthouse measures First Contentful Paint and Largest Contentful Paint.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covers the 80/20 wins. Students should aim to check off all 10 before submitting their final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performance is measurable, improvable, and matters for real business outcomes. Next week: JavaScript frameworks.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·  Week 7  ·  Fri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Performance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sites win — 53% of users leave after 3 seconds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K0126002  ·  Gachon University  ·  2026 Fall  ·  Dr. Toshpulatov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Performance Matters — The Numbers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14800" cy="1463040"/>
          </a:xfrm>
          <a:prstGeom prst="rect">
            <a:avLst/>
          </a:prstGeom>
          <a:solidFill>
            <a:srgbClr val="1E3060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005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27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mobile users abandon a site that takes more than 3 seconds to load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463040"/>
          </a:xfrm>
          <a:prstGeom prst="rect">
            <a:avLst/>
          </a:prstGeom>
          <a:solidFill>
            <a:srgbClr val="1E3060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005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27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= 7% drop in conversions (Amazon)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606040"/>
            <a:ext cx="2743200" cy="1463040"/>
          </a:xfrm>
          <a:prstGeom prst="rect">
            <a:avLst/>
          </a:prstGeom>
          <a:solidFill>
            <a:srgbClr val="1E3060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2697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33192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= 1% revenue drop (Google)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606040"/>
            <a:ext cx="2743200" cy="1463040"/>
          </a:xfrm>
          <a:prstGeom prst="rect">
            <a:avLst/>
          </a:prstGeom>
          <a:solidFill>
            <a:srgbClr val="1E3060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697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3s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3192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where 53% leave (mobile)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606040"/>
            <a:ext cx="2743200" cy="1463040"/>
          </a:xfrm>
          <a:prstGeom prst="rect">
            <a:avLst/>
          </a:prstGeom>
          <a:solidFill>
            <a:srgbClr val="1E3060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697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0.1s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3192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"instant" to users — the goal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Lighthouse — 5 Audit Categories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914400"/>
            <a:ext cx="1572768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20848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2487168"/>
            <a:ext cx="148132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LCP, FID, CLS — Core Web Vitals and more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56816" y="914400"/>
            <a:ext cx="1572768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408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002536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02536" y="20848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08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002536" y="2487168"/>
            <a:ext cx="148132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Contrast, labels, ARIA — covered Monday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1572768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40A0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30752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776472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76472" y="20848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0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76472" y="2487168"/>
            <a:ext cx="148132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no console errors, image aspect ratios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04688" y="914400"/>
            <a:ext cx="1572768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E8A0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04688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550408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50408" y="20848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550408" y="2487168"/>
            <a:ext cx="148132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tags, robots.txt, mobile-friendly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78624" y="914400"/>
            <a:ext cx="1572768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9040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78624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324344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24344" y="208483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4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24344" y="2487168"/>
            <a:ext cx="148132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worker, manifest — optional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Lighthouse measures performance with scores from 0–100. A score of 90+ means: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loads in under 1 second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passes all performance checks (Good category)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site's load time is average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has no JavaScript errors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Lighthouse measures performance with scores from 0–100. A score of 90+ means: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loads in under 1 second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passes all performance checks (Good category)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site's load time is average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has no JavaScript errors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grades by weighted metrics (LCP, FID, CLS, etc.). 90–100 = Good. It does NOT guarantee sub-1s load 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Tab in DevTools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846320" cy="4023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932688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Open: F12 &gt; Network &gt; reload 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things to look for: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Large files (images &gt; 200KB)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Sort by Size column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Blocking requests at 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CSS/JS blocking the render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Long chain of serial requests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Each waits for the previous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304 Not Modified = cached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(good! browser reused 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Duplicate requests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Same file loaded twice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257800" y="8229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Waterfall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57800" y="1325880"/>
            <a:ext cx="361188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35331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59105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every request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57800" y="1901952"/>
            <a:ext cx="361188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192938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6712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vs original bytes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2478024"/>
            <a:ext cx="361188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250545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74320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each request took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3054096"/>
            <a:ext cx="361188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308152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31927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triggered the 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3630168"/>
            <a:ext cx="361188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365760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89534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200, 304, 404, 500...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Optimization — The Biggest Win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01168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7D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7D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7D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7D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Photos, complex 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for photos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for photographs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Transparency, logos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Lossless but larger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transparency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 + transparency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25-35% vs JPEG/PNG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browsers (2020+)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Icons, logos, charts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Infinitely scalable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art, always crisp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3703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Squoosh (squoosh.app), TinyPNG — compress before you ship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069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serve images at the size they are DISPLAYED, not the original camera size.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loading="lazy" on Images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93776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932688"/>
            <a:ext cx="47365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All images load on page load ❌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src="photo1.jpg" alt="Team photo"&gt;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src="photo2.jpg" alt="Campus"&gt;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src="photo3.jpg" alt="Library"&gt;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Only visible images load first ✅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Hero: always eager (above fold)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src="hero.jpg" alt="Welcome"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loading="eager"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width="1200" height="600"&gt;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Card images: lazy (below fold)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src="photo1.jpg" alt="Team"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loading="lazy"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width="400" height="300"&gt;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width/height prevent CLS --&gt;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822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 Off-Screen Images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325880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40680" y="135331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loading="lazy"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59105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when near viewport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1901952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0680" y="192938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loading="eager"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1671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immediately (default)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2478024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250545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7432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decides ~500-1000px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3054096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308152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Above-fold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319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lazy-load hero images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3630168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40680" y="365760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+ height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8953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both to prevent CLS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HTML attribute tells the browser to load an image only when it's near the viewport?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src="lazy"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defer="true"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loading="lazy"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async="true"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HTML attribute tells the browser to load an image only when it's near the viewport?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src="lazy"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defer="true"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loading="lazy"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async="true"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loading="lazy" is a native HTML attribute — no JavaScript needed. defer and async apply to scripts, not images.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Minification — Remove the Whitespace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297680" cy="4023360"/>
          </a:xfrm>
          <a:prstGeom prst="rect">
            <a:avLst/>
          </a:prstGeom>
          <a:solidFill>
            <a:srgbClr val="0A1628"/>
          </a:solidFill>
          <a:ln w="19050">
            <a:solidFill>
              <a:srgbClr val="E840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85953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(3.2 KB)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1170432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Button styles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#1A2540;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#FFFFFF;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12px 24px;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none;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4px;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16px;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cursor: pointer;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Hover effect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button:hover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#F7DF1E;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#1A2540;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4160520" cy="4023360"/>
          </a:xfrm>
          <a:prstGeom prst="rect">
            <a:avLst/>
          </a:prstGeom>
          <a:solidFill>
            <a:srgbClr val="0A162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73168" y="859536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(0.6 KB)  —  81% smaller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73168" y="1170432"/>
            <a:ext cx="404164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button{background-color:#1A2540;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color:#fff;padding:12px 24px;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border:none;border-radius:4px;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font-size:16px;cursor:pointer}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button:hover{background-color: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#F7DF1E;color:#1A2540}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JavaScript minification do?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code into smaller files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whitespace, comments and shortens variable names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images in the page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scripts to a CDN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JavaScript minification do?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code into smaller files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whitespace, comments and shortens variable names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images in the page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scripts to a CDN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Minification strips characters humans need (spacing, long names) but the browser does not. It shrinks file size without changing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defer Attribute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93776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932688"/>
            <a:ext cx="47365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❌ Blocks parsing — browser stops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reading HTML until script runs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src="app.js"&gt;&lt;/script&gt;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defer: parse HTML + download 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simultaneously. Runs after HTML parsed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 defer&gt;&lt;/script&gt;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async: runs as soon as downloaded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(order not guaranteed)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src="analytics.js" async&gt;&lt;/script&gt;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Best practice: all scripts in &lt;head&gt;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with defer — NOT at bottom of &lt;body&gt; --&gt;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822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JS Without Blocking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325880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40680" y="135331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&lt;script&gt;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59105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HTML parsing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1901952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0680" y="192938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1671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parallel, run after HTML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2478024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250545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7432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parallel, run ASAP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3054096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308152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type="module"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319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automatically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3630168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40680" y="365760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8953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defer for most scripts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&lt;script src="app.js" defer&gt; — when does the browser execute app.js?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Immediately, blocking HTML parsing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 with HTML parsing, then after HTML is fully parsed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images load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a user event fires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&lt;script src="app.js" defer&gt; — when does the browser execute app.js?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Immediately, blocking HTML parsing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 with HTML parsing, then after HTML is fully parsed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images load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a user event fires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downloads in parallel (non-blocking) and executes after the DOM is ready, preserving script order. async also downloads in parallel but runs immediately when downloaded.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 — Content Delivery Network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868680"/>
            <a:ext cx="1371600" cy="685800"/>
          </a:xfrm>
          <a:prstGeom prst="rect">
            <a:avLst/>
          </a:prstGeom>
          <a:solidFill>
            <a:srgbClr val="1A2B4A"/>
          </a:solidFill>
          <a:ln w="19050">
            <a:solidFill>
              <a:srgbClr val="40A0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86868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0" y="868680"/>
            <a:ext cx="1371600" cy="685800"/>
          </a:xfrm>
          <a:prstGeom prst="rect">
            <a:avLst/>
          </a:prstGeom>
          <a:solidFill>
            <a:srgbClr val="1A2B4A"/>
          </a:solidFill>
          <a:ln w="19050">
            <a:solidFill>
              <a:srgbClr val="40A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29400" y="86868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1371600" cy="685800"/>
          </a:xfrm>
          <a:prstGeom prst="rect">
            <a:avLst/>
          </a:prstGeom>
          <a:solidFill>
            <a:srgbClr val="1A2B4A"/>
          </a:solidFill>
          <a:ln w="19050">
            <a:solidFill>
              <a:srgbClr val="40A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6060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2606040"/>
            <a:ext cx="1371600" cy="685800"/>
          </a:xfrm>
          <a:prstGeom prst="rect">
            <a:avLst/>
          </a:prstGeom>
          <a:solidFill>
            <a:srgbClr val="1A2B4A"/>
          </a:solidFill>
          <a:ln w="19050">
            <a:solidFill>
              <a:srgbClr val="40A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6060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508760"/>
            <a:ext cx="1920240" cy="777240"/>
          </a:xfrm>
          <a:prstGeom prst="rect">
            <a:avLst/>
          </a:prstGeom>
          <a:solidFill>
            <a:srgbClr val="1A3060"/>
          </a:solidFill>
          <a:ln w="25400">
            <a:solidFill>
              <a:srgbClr val="F7DF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Origin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(Seoul)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" y="3566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user → Seoul copy  |  Japanese user → Tokyo copy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39319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Files served from a nearby server — lower latency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Static assets (images, CSS, JS) cached at the edge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4480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Free CDNs for libraries: cdnjs.com, jsDelivr.com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Same URL works worldwide — CDN routes the request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 stands for: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Network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DNS Node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Delivery Network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Domain Node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 stands for: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Network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DNS Node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Delivery Network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Domain Node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CDN stores copies of your static files on servers worldwide. Users download from the closest server, reducing latency.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Caching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93776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932688"/>
            <a:ext cx="47365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Cache JS/CSS for 1 year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(change filename on update)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Cache-Control: public, max-age=31536000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Cache HTML for 5 minutes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Cache-Control: public, max-age=300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cache (live data)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Cache-Control: no-store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Browser asks "is this stale?"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Server says NO — browser uses cache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HTTP/1.1 304 Not Modified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in Network tab: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Status=304, Size="(disk cache)"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822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Cache-Control &amp; 304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325880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40680" y="135331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Cache-Control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59105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keep the 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1901952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0680" y="192938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max-age=31536000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1671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1 year (immutable)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2478024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250545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Not Modified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7432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says: use your cache!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3054096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308152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319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fingerprint for comparison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3630168"/>
            <a:ext cx="3520440" cy="48463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40680" y="365760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busting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8953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filename.v2.js on change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Above-the-Fold — Prioritize Visible Content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8595360" cy="85039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960120"/>
            <a:ext cx="548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05840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CSS inline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44168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essential styles in &lt;style&gt; in &lt;head&gt; so the first render has no extra HTTP round trip.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47672"/>
            <a:ext cx="8595360" cy="85039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1947672"/>
            <a:ext cx="548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993392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render-blocking JS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31720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defer on scripts. Even tiny blocking JS delays the first paint.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35224"/>
            <a:ext cx="8595360" cy="85039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935224"/>
            <a:ext cx="548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80944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 key assets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319272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 rel="preload" href="hero.jpg"&gt; tells the browser to fetch it early.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922776"/>
            <a:ext cx="8595360" cy="85039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" y="3922776"/>
            <a:ext cx="548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968496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display: swap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306824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CSS: font-display: swap; shows text immediately, swaps font when loaded.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Checklist — 10 Quick Wins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960120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Compress all images — use WebP where possible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82496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728216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Set width and height on all &lt;img&gt; tags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450592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2496312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Add loading="lazy" on all below-fold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218688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3264408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Add defer to all &lt;script&gt; tags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986784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4032504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Minify your CSS and JS files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960120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a CDN for third-party libraries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728216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Enable GZIP/Brotli on your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450592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2496312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Set Cache-Control headers for static assets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218688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3264408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Preload your hero image and key fonts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986784"/>
            <a:ext cx="4206240" cy="667512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4032504"/>
            <a:ext cx="404164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Run Lighthouse — target Performance 90+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Homework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206240" cy="77724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2801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WebP, correct size, loading="lazy"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4206240" cy="77724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2801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CSS/JS files = faster 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206240" cy="77724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874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194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script loading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4206240" cy="77724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874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194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from edge nodes worldwide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206240" cy="77724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788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31089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Cache-Control, 304 Not Modified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743200"/>
            <a:ext cx="4206240" cy="77724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788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1089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fix, measure again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1A3060"/>
          </a:solidFill>
          <a:ln w="25400">
            <a:solidFill>
              <a:srgbClr val="F7DF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" y="3840480"/>
            <a:ext cx="8366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" y="4133088"/>
            <a:ext cx="8366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your personal site: (1) Run Lighthouse, screenshot your Performance score. (2) Apply at least 3 optimizations from today. (3) Re-run Lighthouse, screenshot new score. Post both screenshots to Discord with a 2-sentence description of what you changed.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2026-10-22T07:26:09Z</dcterms:created>
  <dcterms:modified xsi:type="dcterms:W3CDTF">2026-10-22T07:26:09Z</dcterms:modified>
</cp:coreProperties>
</file>