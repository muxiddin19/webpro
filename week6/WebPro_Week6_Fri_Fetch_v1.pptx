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2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0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-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914400"/>
          </a:xfrm>
          <a:prstGeom prst="line">
            <a:avLst/>
          </a:prstGeom>
          <a:noFill/>
          <a:ln w="12700">
            <a:solidFill>
              <a:srgbClr val="C8D4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828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  ·  Web Programming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331720"/>
            <a:ext cx="9144000" cy="5303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2331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live web -- load real data into your pages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47088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47088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36976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36976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6864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16752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3090672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1225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Fetch?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1591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straight from JavaScript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1225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&amp; .then()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1591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async results in a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591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23225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26883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synchronous-looking syntax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3591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23225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21808" y="26883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.catch() and try/catch for robust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36499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564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" y="3419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APIs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" y="37856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JSONPlaceholder, jokes, Pokemon...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364992"/>
            <a:ext cx="4160520" cy="969264"/>
          </a:xfrm>
          <a:prstGeom prst="roundRect">
            <a:avLst>
              <a:gd name="adj" fmla="val 6604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4564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21808" y="3419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Corner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21808" y="37856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dev role needs this skill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2/27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Fetch?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fetch(), loading new data meant a full page reload. fetch() lets JavaScript make HTTP requests in the background -- the page stays alive and the DOM updates silently. This powers every live feed, autocomplete, and dashboard you've ever used.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2435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645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fetch()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69480" y="11887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2435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645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request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2402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2295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JSON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22402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2295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 live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" y="2514600"/>
            <a:ext cx="4901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 NOT freeze your page while waiting. The rest of your code keeps running. This non-blocking behaviour is called asynchronous (async).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512064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34107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" y="3666744"/>
            <a:ext cx="4974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Simplest fetch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fetch('https://api.example.com/data')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 =&gt; res.json())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console.log(data))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console.error(err));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3-Step Fetch Chain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120640" cy="35204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49743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1 -- Make the request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fetch('https://jsonplaceholder.typicode.com/posts/1')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2 -- Parse the JSON body (also returns a Promise)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response.json())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3 -- Use the parsed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console.log(data.title);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document.querySelector('#title').textContent = data.title;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CATCH -- Handle any network or parse 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.catch(error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console.error('Something went wrong:', error);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188720"/>
            <a:ext cx="3200400" cy="786384"/>
          </a:xfrm>
          <a:prstGeom prst="roundRect">
            <a:avLst>
              <a:gd name="adj" fmla="val 814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33288" y="1188720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1 -- fetch()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Promise immediately. HTTP request runs in the background.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066544"/>
            <a:ext cx="3200400" cy="786384"/>
          </a:xfrm>
          <a:prstGeom prst="roundRect">
            <a:avLst>
              <a:gd name="adj" fmla="val 814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3288" y="2066544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2 -- .json()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response body and parses it. Also returns a Promise!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944368"/>
            <a:ext cx="3200400" cy="786384"/>
          </a:xfrm>
          <a:prstGeom prst="roundRect">
            <a:avLst>
              <a:gd name="adj" fmla="val 814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33288" y="2944368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3 -- .then()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the parsed data object when Step 2 resolves.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822192"/>
            <a:ext cx="3200400" cy="786384"/>
          </a:xfrm>
          <a:prstGeom prst="roundRect">
            <a:avLst>
              <a:gd name="adj" fmla="val 814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33288" y="382219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.catch()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network failure OR if any .then() throws an error.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fetch() return immediately -- before the data arrives?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object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fetch() return immediately -- before the data arrives?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object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an object representing a future value. fetch() creates the HTTP request and instantly gives you a Promise -- the actual response data arrives later when the server replies. This is why you chain .then() to receive 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&amp; .then()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represents a future value. It passes through three states: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97480" cy="804672"/>
          </a:xfrm>
          <a:prstGeom prst="roundRect">
            <a:avLst>
              <a:gd name="adj" fmla="val 7955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69164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 progress -- the Promise is waiting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691640"/>
            <a:ext cx="269748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4408" y="169164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callback runs with the resolved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2697480" cy="804672"/>
          </a:xfrm>
          <a:prstGeom prst="roundRect">
            <a:avLst>
              <a:gd name="adj" fmla="val 795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99048" y="169164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.catch() callback runs with the error reason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5120640" cy="20574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6517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" y="2907792"/>
            <a:ext cx="4974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fetch('/api/user')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 =&gt; res.json())   // fulfilled: parse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.then(user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showUserCard(user);       // fulfilled: use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showError(err.message);   // rejected: handle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.then() returns a NEW Promise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 chaining works endlessly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651760"/>
            <a:ext cx="3200400" cy="1097280"/>
          </a:xfrm>
          <a:prstGeom prst="roundRect">
            <a:avLst>
              <a:gd name="adj" fmla="val 5833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3288" y="2651760"/>
            <a:ext cx="2980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.then() callback must RETURN something -- the next .then() receives that value. If you forget the return, the next .then() gets undefined.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867912"/>
            <a:ext cx="3200400" cy="841248"/>
          </a:xfrm>
          <a:prstGeom prst="roundRect">
            <a:avLst>
              <a:gd name="adj" fmla="val 7609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33288" y="386791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fact:  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replaced "callback hell" in 2015. All modern APIs -- fetch, timers, databases -- are Promise-based.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Chain --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444752"/>
            <a:ext cx="182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444752"/>
            <a:ext cx="182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callback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444752"/>
            <a:ext cx="182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.catch(err)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Promise immediately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body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a Promise)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here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ANY error above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8503920" cy="36576"/>
          </a:xfrm>
          <a:prstGeom prst="rect">
            <a:avLst/>
          </a:prstGeom>
          <a:solidFill>
            <a:srgbClr val="C8D4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0040" y="28803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if the network is down OR any .then() throws, execution jumps DIRECTLY to .catch() -- skipping everything in between.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8503920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4747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" y="3730752"/>
            <a:ext cx="8357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 example -- Seoul weather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fetch('https://api.open-meteo.com/v1/forecast?latitude=37.5&amp;longitude=127.0&amp;current=temperature_2m')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 =&gt; res.json())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 document.querySelector('#temp').textContent = data.current.temperature_2m + 'C';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{ document.querySelector('#temp').textContent = 'Network error'; });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8/27</a:t>
            </a:r>
            <a:endParaRPr lang="en-US" sz="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fetch() resolves, what do you call on the Response object to get a JavaScript object?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.parse()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.text()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fetch() resolves, what do you call on the Response object to get a JavaScript object?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.parse()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.json()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.text()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reads and parses the response body, returning a new Promise that resolves to a JS object. .text() gives raw text. .parse() is JSON.parse() -- a different function that takes a string. .data() does not exist on Response.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is built on top of Promises -- same engine, cleaner syntax. It makes async code look like normal top-to-bottom code, so it is easier to read, write, and debug.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4160520" cy="2121408"/>
          </a:xfrm>
          <a:prstGeom prst="roundRect">
            <a:avLst>
              <a:gd name="adj" fmla="val 3017"/>
            </a:avLst>
          </a:prstGeom>
          <a:solidFill>
            <a:srgbClr val="FEE2E2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chain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38404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fetch('/api/posts')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 =&gt; res.json())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showPosts(data);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console.error(err));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10512"/>
            <a:ext cx="4160520" cy="2121408"/>
          </a:xfrm>
          <a:prstGeom prst="roundRect">
            <a:avLst>
              <a:gd name="adj" fmla="val 301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 -- Preferred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76272"/>
            <a:ext cx="38404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loadPosts()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fetch('/api/posts');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showPosts(data);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09651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" y="4096512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Put async before the function keyword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Put await before every Promise inside 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-- cleaner code. Prefer async/await for new code.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-- Key Rules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166360" cy="254203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50200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getUserData(userId)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await pauses THIS function (not the whole page!)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fetch('/api/users/' + userId);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response.json() is also a Promise -- await it too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response.json();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user; // async functions always return a Promise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 it like a normal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getUserData(42).then(u =&gt; renderCard(u));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188720"/>
            <a:ext cx="3200400" cy="877824"/>
          </a:xfrm>
          <a:prstGeom prst="roundRect">
            <a:avLst>
              <a:gd name="adj" fmla="val 7292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33288" y="1188720"/>
            <a:ext cx="2980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the function, not the page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events still fire. Your UI stays interactive. Only this function is paused.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157984"/>
            <a:ext cx="3200400" cy="877824"/>
          </a:xfrm>
          <a:prstGeom prst="roundRect">
            <a:avLst>
              <a:gd name="adj" fmla="val 7292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3288" y="2157984"/>
            <a:ext cx="2980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return a plain value, it gets wrapped in a resolved Promise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3127248"/>
            <a:ext cx="3200400" cy="877824"/>
          </a:xfrm>
          <a:prstGeom prst="roundRect">
            <a:avLst>
              <a:gd name="adj" fmla="val 7292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33288" y="3127248"/>
            <a:ext cx="2980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await inside an async function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await at the script top-level is fine in modern ES modules.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86200"/>
            <a:ext cx="8503920" cy="749808"/>
          </a:xfrm>
          <a:prstGeom prst="roundRect">
            <a:avLst>
              <a:gd name="adj" fmla="val 8537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" y="3886200"/>
            <a:ext cx="828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
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and .then() produce identical results. Use whichever the codebase already uses. For new projects: prefer async/await.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must come before a function declaration to allow await inside it?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must come before a function declaration to allow await inside it?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 keyword turns a regular function into an async function. Only inside an async function can you write await. Using await elsewhere causes SyntaxError: "await is only valid inside an async function."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-- try/catch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 WILL fail -- bad URL, no internet, server error, CORS. Always handle errors or your app silently breaks.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5394960" cy="2971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737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93192" y="1993392"/>
            <a:ext cx="52486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fetch('https://api.example.com/data');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fetch() does NOT reject on HTTP errors (404, 500)!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You must check res.ok yourself: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Error('HTTP error: ' + res.status);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displayData(data);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Catches: network failure, !res.ok throw, JSON errors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console.error('Failed:', error.message);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showErrorBanner('Could not load data. Try again.');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1737360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07608" y="1737360"/>
            <a:ext cx="2706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never rejects on HTTP errors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404 or 500 is a "fulfilled" Promise! Only a network failure causes rejection.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2724912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07608" y="2724912"/>
            <a:ext cx="2706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types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 -&gt; rejects the Promise.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error (404, 500) -&gt; resolves but res.ok is false.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3712464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07608" y="3712464"/>
            <a:ext cx="2706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catches everything
</a:t>
            </a: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failure, your throw, and res.json() parse errors all land in the catch block.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but the server returned HTTP 404. Which Response property tells you it failed?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response.fail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but the server returned HTTP 404. Which Response property tells you it failed?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response.ok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response.fail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response.ok is true for HTTP 200-299, false for everything else (400, 404, 500...). response.status gives the exact code. response.error and response.fail do not exist on the Response object.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(Application Programming Interface) is a URL that returns data -- usually JSON. fetch() it, parse it, display it. Free practice APIs: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2066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posts, users, todos -- built for practice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2066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open-meteo.com/v1/forecast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weather data -- no API key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" y="2688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 API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962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official-joke-api.appspot.com/random_joke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" y="3145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setup + punchline -- great first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633472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2688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User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962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randomuser.me/api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3145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 with photos, name, email, 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29584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PokeAPI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pokeapi.co/api/v2/pokemon/1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Pokemon data -- images + stats, easy cards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160520" cy="804672"/>
          </a:xfrm>
          <a:prstGeom prst="roundRect">
            <a:avLst>
              <a:gd name="adj" fmla="val 7955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64608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Countries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restcountries.com/v3.1/all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64608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population, capitals -- good table project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18/27</a:t>
            </a:r>
            <a:endParaRPr lang="en-US" sz="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-- Random Joke Generator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303520" cy="3547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515721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 style="font-family:system-ui;padding:2rem;max-width:500px;margin:0 auto"&gt;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id="setup"&gt;Loading joke...&lt;/h2&gt;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id="punchline" style="color:#666;font-style:italic"&gt;&lt;/p&gt;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onclick="fetchJoke()"&gt;New Joke&lt;/button&gt;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fetchJoke()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document.getElementById('setup').textContent = 'Loading...';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document.getElementById('punchline').textContent = '';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  = await fetch(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'https://official-joke-api.appspot.com/random_joke');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(!res.ok) throw new Error('Status ' + res.status);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joke = await res.json();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document.getElementById('setup').textContent     = joke.setup;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document.getElementById('punchline').textContent = joke.punchline;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(err)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document.getElementById('setup').textContent = 'Error: ' + err.message;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fetchJoke(); // load on open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06440" y="1188720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79592" y="118872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fn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fetchJoke()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79208" y="1188720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118872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fetch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883664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79592" y="1883664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check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79208" y="1883664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883664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.json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578608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79592" y="2578608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79208" y="2578608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2578608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3273552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9592" y="327355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 load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fetchJoke()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-- Random Joke Generator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303520" cy="3547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515721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 style="font-family:system-ui;padding:2rem;max-width:500px;margin:0 auto"&gt;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id="setup"&gt;Loading joke...&lt;/h2&gt;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id="punchline" style="color:#666;font-style:italic"&gt;&lt;/p&gt;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onclick="fetchJoke()"&gt;New Joke&lt;/button&gt;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fetchJoke()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document.getElementById('setup').textContent = 'Loading...';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document.getElementById('punchline').textContent = '';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  = await fetch(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'https://official-joke-api.appspot.com/random_joke');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(!res.ok) throw new Error('Status ' + res.status);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joke = await res.json();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document.getElementById('setup').textContent     = joke.setup;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document.getElementById('punchline').textContent = joke.punchline;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(err)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document.getElementById('setup').textContent = 'Error: ' + err.message;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fetchJoke(); // load on open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06440" y="1188720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79592" y="118872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fn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fetchJoke()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79208" y="1188720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118872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fetch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883664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79592" y="1883664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check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79208" y="1883664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883664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.json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578608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79592" y="2578608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79208" y="2578608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2578608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3273552"/>
            <a:ext cx="1444752" cy="603504"/>
          </a:xfrm>
          <a:prstGeom prst="roundRect">
            <a:avLst>
              <a:gd name="adj" fmla="val 10606"/>
            </a:avLst>
          </a:prstGeom>
          <a:solidFill>
            <a:srgbClr val="F8FA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9592" y="327355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 load
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fetchJoke()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19/27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BC5E33-B5FE-DC9C-A0FE-F17523052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180" y="1110519"/>
            <a:ext cx="3350023" cy="12455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DBC82D9-E05D-7655-469E-BE397E56B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3614928"/>
            <a:ext cx="3239795" cy="12334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CBC5A5D-564D-2976-4A29-6F917C21D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445" y="2352511"/>
            <a:ext cx="3350023" cy="12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95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mini project, why do we check if (!res.ok) before calling res.json()?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if the variable is defined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res.json() requires a boolean argument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automatically rejects on HTTP errors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 not reject on HTTP errors -- must check manually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mini project, why do we check if (!res.ok) before calling res.json()?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if the variable is defined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res.json() requires a boolean argument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automatically rejects on HTTP errors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 not reject on HTTP errors -- must check manually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#1 fetch() gotcha. A 404 or 500 from the server is still a "successful" network request -- the Promise resolves. Only a network failure (offline, DNS error) causes rejection. Always check res.ok before calling res.json() in production.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 Preview -- Week 7: Web Storage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save data in the browser without a database. Combine with fetch to cache API responses and build offline-capable pages.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8503920" cy="21031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7373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93192" y="1993392"/>
            <a:ext cx="8357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fetch() + localStorage = superpowers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getUser(id)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cached = localStorage.getItem('user_' + 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(cached) return JSON.parse(cached); // use cache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fetch('/api/users/' + 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Error('HTTP ' + res.status);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localStorage.setItem('user_' + id, JSON.stringify(data));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39776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 </a:t>
            </a: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key-value pairs across page reloads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977640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9776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  </a:t>
            </a: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cleared when the tab closes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41655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4416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strategy  </a:t>
            </a: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once, store, read later -- faster &amp; offline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441655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4416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 </a:t>
            </a: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database in the browser for large datasets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Corner -- Fetch in the Real World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8872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modern web app uses fetch() or a library built on it (Axios, SWR, React Query). These are direct interview questions at Korean tech companies: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737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 </a:t>
            </a:r>
            <a:r>
              <a:rPr lang="en-US" sz="1100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maps, payment confirmation -- all live fetch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03C75A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737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autocomplete fires fetch on every keystroke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1428A0"/>
          </a:solidFill>
          <a:ln w="19050">
            <a:solidFill>
              <a:srgbClr val="1428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" y="23591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SmartTV store, Bixby API, health data sync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359152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03000"/>
          </a:solidFill>
          <a:ln w="19050">
            <a:solidFill>
              <a:srgbClr val="F03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23591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Coupang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updates, delivery tracking, product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222222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" y="29809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Krafton  </a:t>
            </a:r>
            <a:r>
              <a:rPr lang="en-US" sz="11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matchmaking, leaderboards, lobby state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8503920" cy="1417320"/>
          </a:xfrm>
          <a:prstGeom prst="roundRect">
            <a:avLst>
              <a:gd name="adj" fmla="val 4516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Questions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84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What is the difference between .then() and async/await?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22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Why doesn't fetch() reject on a 404? How do you handle it?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599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How would you show a loading spinner while fetching?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Explain what CORS is and when you encounter it.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Assignment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106424"/>
          </a:xfrm>
          <a:prstGeom prst="roundRect">
            <a:avLst>
              <a:gd name="adj" fmla="val 578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97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 (Grade 7/10)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90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Fetch a random joke from official-joke-api.appspot.com/random_joke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824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Display setup and punchline in the DOM using textContent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 "New Joke" button that fetches a fresh joke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0665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Show a "Loading..." message while the fetch is in progress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40864"/>
            <a:ext cx="8503920" cy="1106424"/>
          </a:xfrm>
          <a:prstGeom prst="roundRect">
            <a:avLst>
              <a:gd name="adj" fmla="val 5785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(Grade 9/10)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688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 CSS loading spinner that animates while fetching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880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Display the count of jokes fetched this session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072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 "Save Favourite" button -- stores the joke in localStorage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264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Show saved favourites on page load from localStorage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8503920" cy="1106424"/>
          </a:xfrm>
          <a:prstGeom prst="roundRect">
            <a:avLst>
              <a:gd name="adj" fmla="val 5785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93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Credit  (10/10)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886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 category selector (programming / knock-knock / general)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078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Fetch from the matching endpoint (/jokes/programming/random)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270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Star rating (1-5) per joke that persists in localStorage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462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"Copy" button -- copies joke text to clipboard (navigator.clipboard)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the Week 5 Friday form (Assignment Type: Fetch API). GitHub Pages link required.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show a spinner WHILE fetching, then hide it when done. Correct order?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spinner -&gt; fetch -&gt; hide spinner -&gt; display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-&gt; show spinner -&gt; hide spinner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spinner -&gt; fetch -&gt; show spinner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-&gt; display data -&gt; show spinner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FRIDAY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show a spinner WHILE fetching, then hide it when done. Correct order?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spinner -&gt; fetch -&gt; hide spinner -&gt; display data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-&gt; show spinner -&gt; hide spinner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spinner -&gt; fetch -&gt; show spinner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3749040" cy="457200"/>
          </a:xfrm>
          <a:prstGeom prst="roundRect">
            <a:avLst>
              <a:gd name="adj" fmla="val 14000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-&gt; display data -&gt; show spinner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spinner before the await, hide it in a finally block. Using finally ensures the spinner hides even if an error occurs. This is the standard UX pattern in every production web app -- finally runs whether try succeeded or catch caught an error.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941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9768" y="12710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 HTTP request and returns a Promise immediately -- page keeps running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941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2710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.then(res =&gt; res.json()).then(data =&gt; ...) to parse and use the response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" y="20208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9768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function async, await each Promise -- same engine, cleaner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947672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20208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never rejects on 404/500 -- always check res.ok and throw if false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26664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" y="30998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" y="3429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async/await in try/catch to handle all errors in one place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026664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0998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429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JSONPlaceholder, jokes, weather, Pokemon -- real data, real portfolio projects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Web Storage (localStorage, sessionStorage) -- save user data in the browser and build offline-capable apps.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·  Week 5 Friday  ·  Fetch API &amp; Async/Await  ·  27/27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Pro JS">
  <a:themeElements>
    <a:clrScheme name="WebPro JS">
      <a:dk1>
        <a:srgbClr val="0F172A"/>
      </a:dk1>
      <a:lt1>
        <a:srgbClr val="FFFFFF"/>
      </a:lt1>
      <a:dk2>
        <a:srgbClr val="1E293B"/>
      </a:dk2>
      <a:lt2>
        <a:srgbClr val="F0F4FF"/>
      </a:lt2>
      <a:accent1>
        <a:srgbClr val="F7DF1E"/>
      </a:accent1>
      <a:accent2>
        <a:srgbClr val="1A56DB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1A56DB"/>
      </a:hlink>
      <a:folHlink>
        <a:srgbClr val="7C3AED"/>
      </a:folHlink>
    </a:clrScheme>
    <a:fontScheme name="WebPro J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4015</Words>
  <Application>Microsoft Office PowerPoint</Application>
  <PresentationFormat>On-screen Show (16:9)</PresentationFormat>
  <Paragraphs>503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WebPro 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Mukhiddin Toshpulatov</cp:lastModifiedBy>
  <cp:revision>3</cp:revision>
  <dcterms:created xsi:type="dcterms:W3CDTF">2026-10-02T23:11:09Z</dcterms:created>
  <dcterms:modified xsi:type="dcterms:W3CDTF">2026-10-06T07:00:23Z</dcterms:modified>
</cp:coreProperties>
</file>