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·  Mon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Validation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The gateway for every user interaction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Forms Matter?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03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Every "Sign In" button submits a form to verify your identity.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03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Google, YouTube, every search bar is a single-input form.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868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645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1031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Account creation, surveys, checkout — all rely on HTML forms.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39776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Forms are the #1 way users send data to your server.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&lt;form&gt; Element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74904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Basic form skeleton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action="/register"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method="POST"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id="reg-form"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autocomplete="on"&gt;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for="name"&gt;Full Name&lt;/label&gt;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 name="name"&gt;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 name="email"&gt;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24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the data is sent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63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19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How it is sent (GET or POST)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/ name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313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Target via JS or labels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novalidate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077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Skip browser auto-check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autocomplete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5021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Browser fill suggestions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vs POST — Which to Use?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069080" cy="43891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80467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GET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32588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Data visible in the URL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Bookmarkable, shareable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Cached by browsers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Great for search forms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Bad for passwords / private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URL length limited (~2000 chars)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804672"/>
            <a:ext cx="4069080" cy="43891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80467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POST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Data hidden in request 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Handles large payloads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Supports file uploads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Correct for login / signup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Not cacheable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Back-button re-submits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HTML element wraps all form controls?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&lt;form action="..." method="..."&gt;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&lt;div class="form"&gt;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&lt;section&gt;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&lt;input&gt;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HTML element wraps all form controls?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A   &lt;form action="..." method="..."&gt;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B   &lt;div class="form"&gt;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&lt;section&gt;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&lt;input&gt;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&lt;form&gt; is the semantic container that holds all inputs and defines where and how data is sent via action and method attributes.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Types — HTML5 Gives You Many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59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type="text"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Single-line text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name, city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80467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859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Validates @ syntax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user@domain.com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80467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859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type="password"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11521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Masks characters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••••••••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9339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type="number"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340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Numeric spinner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age: 1–120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199339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4612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type="date"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2340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Date picker UI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4612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2026-03-15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99339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8076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type="range"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80760" y="23408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Slider control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2651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volume 0–100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18211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type="checkbox"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3529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Multi-select (boolean)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interests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54680" y="318211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4612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type="radio"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3529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Single-select group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2461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gender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182112"/>
            <a:ext cx="2743200" cy="1115568"/>
          </a:xfrm>
          <a:prstGeom prst="roundRect">
            <a:avLst>
              <a:gd name="adj" fmla="val 655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type="select"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80760" y="3529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Dropdown list (&lt;select&gt;)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e.g. country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input type shows a native date picker in the browser?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type="calendar"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type="date"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type="datetime"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type="picker"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input type shows a native date picker in the browser?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type="calendar"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type="date"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type="datetime"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type="picker"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type="date" opens the browser's built-in calendar UI with no JavaScript needed. No other option is a valid HTML5 input type.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Validation Attributes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required: cannot submit empty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name="name"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pattern: 9-digit student ID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 name="sid"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pattern="\d{9}"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title="9-digit student ID"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min/max: age 18-99 --&gt;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 name="age"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min="18" max="99"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maxlength: bio limit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 name="bio"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maxlength="200"&gt;&lt;/textarea&gt;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JS required!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Field cannot be empty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56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1226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RegEx must match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/ max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066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or date range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44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maxlength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009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Cap character count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39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89534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Minimum character count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form field has minlength='8'. What happens if the user types only 5 characters and clicks Submit?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The form submits normally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The browser blocks submission and shows a validation tooltip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JavaScript throws an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The field turns red automatically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form field has minlength='8'. What happens if the user types only 5 characters and clicks Submit?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The form submits normally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The browser blocks submission and shows a validation tooltip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JavaScript throws an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The field turns red automatically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Browser-native validation blocks the submit and shows a tooltip — no JS needed if required and minlength are set. The browser handles this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&lt;label&gt; Element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EXPLICIT linking (preferred)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for= must match id= exactly  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for="email"&gt;Email address&lt;/label&gt;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id="email"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name="email"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IMPLICIT wrapping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address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name="email"&gt;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❌ NO label → screen readers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   announce as "edit text"  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name="email"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placeholder="Email"&gt;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for accessibility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for="id"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Links label to input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56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area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1226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label to focus input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readers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066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Reads label text aloud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44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 wrap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009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Wrap input inside label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&lt;fieldset&gt; + &lt;legend&gt;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Grouping personal info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&lt;legend&gt;Personal Information&lt;/legend&gt;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for="fname"&gt;First Name&lt;/label&gt;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id="fname"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name="fname"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for="lname"&gt;Last Name&lt;/label&gt;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id="lname"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name="lname" required&gt;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&lt;/fieldset&gt;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&lt;legend&gt;Contact Details&lt;/legend&gt;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email, phone here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&lt;/fieldset&gt;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related fields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Draws a box around a group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56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&lt;legend&gt;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1226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Label for the group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066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Disables all fields inside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44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form=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009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Associate with external form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Pseudo-classes for Forms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Green border when valid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input:valid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#27C93F;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Red border + icon when invalid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input:invalid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#FF5F56;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url("x.svg")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no-repeat right 0.5rem center;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Focus ring for keyboard nav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3px solid #F7DF1E;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outline-offset: 2px;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Hide error until touched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input:placeholder-shown { border: none; }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validity states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:valid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Input passes all constraints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562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:invalid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1226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Input fails a constraint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505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0662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Input is currently active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44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:placeholder-shown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0098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Placeholder visible (empty)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39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:required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89534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Has required attribute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CSS selector applies styles to an input that FAILED browser validation?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input:error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input:invalid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input:wrong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input:failed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CSS selector applies styles to an input that FAILED browser validation?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input:error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input:invalid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input:wrong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input:failed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:invalid is a CSS pseudo-class that matches inputs whose value violates their constraints (required, pattern, min, max, minlength, etc.).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student registration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together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Follow along in VS Code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 Form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5486400" cy="384048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526694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action="/register" method="POST"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id="reg-form" novalidate&gt;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&lt;fieldset&gt;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&lt;legend&gt;Student Info&lt;/legend&gt;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for="sname"&gt;Full Name&lt;/label&gt;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type="text" id="sname"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name="sname" required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minlength="2" maxlength="50"&gt;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for="sid"&gt;Student ID&lt;/label&gt;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type="text" id="sid"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name="sid" required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pattern="\d{9}"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title="9-digit number"&gt;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for="semail"&gt;Gachon Email&lt;/label&gt;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type="email" id="semail"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name="semail" required&gt;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&lt;/fieldset&gt;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type="submit"&gt;Submit&lt;/button&gt;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 along!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9202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Remove required and 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Add pattern="\d{9}"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Test with 8 digits (fail)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Test with 9 digits (pass)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Show browser tooltip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Accessibility Quick-Wins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60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use &lt;label&gt;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35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Link with for/id. Never rely on placeholder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960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960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navigation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4356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Tab through all fields, Enter submits. Test it!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68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60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messages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35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Describe the problem: "Must be a valid email address".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560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input types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0358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type="email" gives the @ keyboard on smartphones.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action + method (GET/POST)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36392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27832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types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27832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text, email, password, date…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52744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44184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attrs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44184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required, pattern, min/max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&lt;label&gt;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for/id linking — always!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27832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&lt;fieldset&gt;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27832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Group related controls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52744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44184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pseudo-classes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44184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:valid, :invalid, :focus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8503920" cy="1645920"/>
          </a:xfrm>
          <a:prstGeom prst="roundRect">
            <a:avLst>
              <a:gd name="adj" fmla="val 5556"/>
            </a:avLst>
          </a:prstGeom>
          <a:solidFill>
            <a:srgbClr val="1A3A2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926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31012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 a contact form to your personal site: name, email, subject, message (textarea), and a send button. Apply at least 3 HTML5 validation attributes and style :valid/:invalid states with CSS.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2026-10-22T07:11:01Z</dcterms:created>
  <dcterms:modified xsi:type="dcterms:W3CDTF">2026-10-22T07:11:01Z</dcterms:modified>
</cp:coreProperties>
</file>