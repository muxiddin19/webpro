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Week 6  ·  Fri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Form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Full control over user input — beyond HTML5 limits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JavaScript Validation?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560320" cy="38404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8686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63240" y="822960"/>
            <a:ext cx="2651760" cy="38404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54680" y="868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06440" y="822960"/>
            <a:ext cx="2651760" cy="38404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868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Validation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335024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Custom error messages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335024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Generic browser tooltip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1335024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Your own styled &lt;span&gt; below the input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47088"/>
            <a:ext cx="8503920" cy="50292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1901952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Validation timing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1901952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Only on submit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1901952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As user types (input event) or on blur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850392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246888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Cross-field logic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246888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Cannot compare two fields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2468880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Compare password + confirm password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80944"/>
            <a:ext cx="8503920" cy="502920"/>
          </a:xfrm>
          <a:prstGeom prst="rect">
            <a:avLst/>
          </a:prstGeom>
          <a:solidFill>
            <a:srgbClr val="0E1628"/>
          </a:solidFill>
          <a:ln w="12700">
            <a:solidFill>
              <a:srgbClr val="0E16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03580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Async checks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303580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Not possible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3035808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Check username availability via fetch()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47872"/>
            <a:ext cx="8503920" cy="50292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3602736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Styling errors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3602736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Browser-styled bubble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3602736"/>
            <a:ext cx="24688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Full CSS control over error state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event.preventDefault()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novalidate to &lt;form&gt; first!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&lt;form id="reg-form" novalidate&gt;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form = document.getElementById(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"reg-form"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form.addEventListener("submit",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function(event) {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Stop the browser reload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event.preventDefault();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(validateForm())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All checks passed!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form.submit();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else: stay on page, show errors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&amp; validate before submit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event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Fires when form is submitted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preventDefault()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Stop the page from reloading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Our own check function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false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Old way — avoid in modern JS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6758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novalidate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9319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Add to &lt;form&gt; to disable HTML5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does event.preventDefault() do when called inside a form's submit handler?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Deletes the form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Stops the form from reloading the page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Validates all fields automatically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Hides the form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What does event.preventDefault() do when called inside a form's submit handler?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Deletes the form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B   Stops the form from reloading the page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C   Validates all fields automatically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Hides the form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It cancels the default browser action (page reload + HTTP request), letting your JS handle submission instead. Without it, the page reloads before your JS runs.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checkValidity() &amp; setCustomValidity()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sid = document.getElementById("sid");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 if input passes its HTML5 rules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(!sid.checkValidity())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console.log(sid.validationMessage);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 a CUSTOM error message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validateSID()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 = sid.value;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(!/^\d{9}$/.test(val))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sid.setCustomValidity(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"Student ID must be 9 digits"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IMPORTANT: clear the error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sid.setCustomValidity("");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JS validation API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checkValidity()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Returns true/false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setCustomValidity()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Set a custom error string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setCustomValidity("")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Clear error (mark valid)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reportValidity()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Show the browser tooltip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validity Object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email = document.getElementById("email");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individual validity flags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getEmailError(input)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 = input.validity;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(v.valueMissing)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"Email is required";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(v.typeMismatch)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"Enter a valid email address";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(v.tooShort)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"Email is too short";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""; // valid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v.valid is true only when 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flags above are false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Fine-grained error info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valueMissing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required but empty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typeMismatch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Wrong type (email, url)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patternMismatch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RegEx pattern failed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tooShort/Long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minlength / maxlength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6758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rangeUnderflow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9319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Below min value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You call field.setCustomValidity('') (empty string). What is the effect?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Shows an error message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Marks the field as valid / clears any custom error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Deletes the field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Disables the field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You call field.setCustomValidity('') (empty string). What is the effect?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Shows an error message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B   Marks the field as valid / clears any custom error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C   Deletes the field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Disables the field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An empty string resets the custom validity, making the field valid again. Any non-empty string sets an error message and marks the field invalid.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Feedback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HTML: error span below input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 id="email"&gt;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id="email-error" class="error"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aria-live="polite"&gt;&lt;/span&gt;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JS: show error as user types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emailInput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document.getElementById("email");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emailError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document.getElementById("email-error");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emailInput.addEventListener("input",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msg = getEmailError(emailInput);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emailError.textContent = msg;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emailInput.setAttribute(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"aria-invalid", msg ? "true" : "false"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"input" event as user types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"input" event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Fires on every keystroke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"blur" event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Fires when focus leaves field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"change" event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Fires after value changes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showError()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Update the error &lt;span&gt;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6758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clearError()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9319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Remove error on valid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Which event fires continuously AS the user types in an input field?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keypress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change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input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submit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Which event fires continuously AS the user types in an input field?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keypress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B   change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C   input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submit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The input event fires on every keystroke, enabling real-time feedback. change only fires when the field loses focus after the value changed.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Patterns in JS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 a regex against a value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SID_REGEX = /^\d{9}$/;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EMAIL_REGEX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/^[a-zA-Z0-9._%+\-]+@[a-zA-Z0-9.\-]+\.[a-zA-Z]{2,}$/;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KR_PHONE_REGEX = /^01[016-9]\d{7,8}$/;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validateStudentID(value)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(!SID_REGEX.test(value))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"Student ID: 9 digits only";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.test() returns true/false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console.log(SID_REGEX.test("123456789")); //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console.log(SID_REGEX.test("12345678"));  // false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console.log(SID_REGEX.test("12345678a")); // false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validation regexes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/^\d{9}$/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Korean 9-digit student ID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/^[^@]+@[^@]+$/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Simple email format check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/^01[016-9]\d{7,8}$/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Korean mobile number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/^(?=.*[A-Z])/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At least 1 uppercase letter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6758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/^.{8,}$/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9319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Minimum 8 characters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pattern /^\d{9}$/ validates a student ID. Which value PASSES this check?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12345678   (8 digits)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202312345  (9 digits)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20231234a  (has a letter)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2023123456 (10 digits)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pattern /^\d{9}$/ validates a student ID. Which value PASSES this check?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12345678   (8 digits)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B   202312345  (9 digits)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C   20231234a  (has a letter)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2023123456 (10 digits)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The regex requires exactly 9 digits: ^ = start, \d{9} = nine digits, $ = end. 202312345 has exactly 9 digits and passes. All others have wrong length or non-digit characters.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Confirmation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84048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type="password" id="pw"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placeholder="Password"&gt;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type="password" id="pw2"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placeholder="Confirm password"&gt;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id="pw2-error" class="error"&gt;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pw  = document.getElementById("pw");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pw2 = document.getElementById("pw2");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pw2Err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document.getElementById("pw2-error");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pw2.addEventListener("input",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(pw.value !== pw2.value)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pw2.setCustomValidity(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"Passwords do not match"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pw2Err.textContent = "Passwords do not match";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pw2.setCustomValidity("");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pw2Err.textContent = "";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two fields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inputs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password + confirmPassword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 compare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Strict equality ===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"input"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Validate confirm on every key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setCustomValidity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Mark confirm as invalid in API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ACCESSIBLE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errors to inputs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screen readers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Making validation work for everyone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Accessibility: aria-describedby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HTML: link input to its error span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for="email"&gt;Email&lt;/label&gt;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type="email"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id="email"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aria-describedby="email-error"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aria-invalid="false"&gt;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id="email-error"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class="error"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aria-live="polite"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&gt;&lt;/span&gt;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JS: update aria-invalid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showError(input, errorEl, msg)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errorEl.textContent = msg;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input.setAttribute("aria-invalid",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? "true" : "false");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inputs to error spans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aria-describedby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Points to id of error &lt;span&gt;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aria-invalid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"true" when input has error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aria-live="polite"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Screen reader reads new text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role="alert"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Immediate announcement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novalidate Attribute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1A3A2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77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 Browser bubbles are suppressed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2529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novalidate disables the browser's built-in tooltips and prevents default submit-block behavior.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810512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1A3A2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653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 checkValidity() still works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12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validity API still runs — novalidate only stops the VISUAL popup, not the underlying validity state.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798064"/>
            <a:ext cx="4114800" cy="841248"/>
          </a:xfrm>
          <a:prstGeom prst="roundRect">
            <a:avLst>
              <a:gd name="adj" fmla="val 8696"/>
            </a:avLst>
          </a:prstGeom>
          <a:solidFill>
            <a:srgbClr val="1A3A2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52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 Full styling control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custom &lt;span&gt; errors follow your design system's colors, fonts and animations.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822960"/>
            <a:ext cx="4206240" cy="118872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914400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ADD novalidate to your form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id="reg-form" novalidate&gt;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inputs here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1945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Without novalidate: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57860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❌ Browser popup fires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❌ Your JS error also shows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❌ User sees duplicate messages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4747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With novalidate: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8587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Browser stays silent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Only your styled error appears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Homework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87782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preventDefault()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43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Stop submit; validate first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36392" y="82296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27832" y="87782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checkValidity()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27832" y="1243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Test a field programmatically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52744" y="82296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44184" y="87782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setCustomValidity()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44184" y="1243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 error + clear with ""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883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validity object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2249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valueMissing, patternMismatch…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36392" y="18288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27832" y="1883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"input" event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27832" y="2249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Real-time feedback as user types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52744" y="18288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44184" y="1883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aria-describedby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44184" y="2249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 input to error span for 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8503920" cy="1645920"/>
          </a:xfrm>
          <a:prstGeom prst="roundRect">
            <a:avLst>
              <a:gd name="adj" fmla="val 5556"/>
            </a:avLst>
          </a:prstGeom>
          <a:solidFill>
            <a:srgbClr val="1A3A2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2926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31012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Add full JS validation to your Monday registration form: use preventDefault, show inline error messages on "input" events, validate the student ID with /^\d{9}$/, and add a password-confirmation field. Add aria-describedby to every error span.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2026-10-22T07:11:02Z</dcterms:created>
  <dcterms:modified xsi:type="dcterms:W3CDTF">2026-10-22T07:11:02Z</dcterms:modified>
</cp:coreProperties>
</file>