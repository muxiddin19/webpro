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57" r:id="rId6"/>
    <p:sldId id="259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C363-320F-AE4C-0686-4D9F83C2F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85C55-A472-5BD1-CDF6-30204DB58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4A4E-386B-9ACF-B91C-10FBAF4F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4CEC2-959A-1A68-A2C8-2F109955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EA4BB-FC58-30E1-6C4C-D6343AA8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66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75CC-094F-0E38-5632-8D70BEDE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6073D-3504-2C7E-EB81-93E30A012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61FA9-07F1-45D0-FB77-B4497FFF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5E013-FB69-3D39-4A10-000DC42A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19C44-4276-2545-2696-F639386F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01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2B95-88FA-B60E-E955-565D016C0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66532-43E7-FBD4-84EE-20FE6AA5E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DAEB7-D385-F23C-EDD3-B568E7E96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A1D59-5F82-B8D0-70EC-CB3F29BD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E8EBE-FD04-C7F1-B7ED-0950E42E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03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BE1B-4E22-8F6B-57A3-7C39FE87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81126-ACC5-317F-93B6-E577F6C38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2716A-CE3B-283E-5B92-15D58824D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D9478-6897-4A06-2993-887B4033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033C7-DC6A-B53C-CB8E-F9611197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8BD0C-378F-4F83-7DF2-41BF01CF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98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BD8C-D4E7-D300-881C-C04D607A4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23D45-5C40-FCAE-7B9D-069D6AE29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ADF0F-F38D-B1D7-58FB-226A2E4C5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244D1-ED11-0867-CA39-82D1AEFD0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06100B-0496-F367-DEB9-ED2145029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89470-0852-573D-9F9E-677EABEB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89BF6-B180-EAED-C31B-B90A85AC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ED243-4D70-8B27-23F2-F8CC3F5A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97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780F-C48E-6AD7-8B91-2788F171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F7172-EB33-47D8-4DF5-7405538E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AF768-2808-1653-F0B7-D4749041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F7A1B-8FBB-806A-5EE1-66C85522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43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CA64E-B2AE-E557-C515-04782CE8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4EA45-8B15-DD35-4F8B-A712A108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19C00-F401-8F76-FF9D-54AAC9D0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0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306A-6C58-7163-E124-94D63B7D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55067-CF19-F2DF-7323-7E3EE6E03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AA607-AFF0-FFF9-4433-4FAE8DC23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D3761-E7DB-C2F7-17C4-DC4C89C2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E864C-3637-407C-8240-0176E800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FB07-AE9C-958D-03DE-C209104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13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A1A2-2D35-8768-EF9F-75D2C544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26013-AEC7-C123-ECF7-B83B15E30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2E35D-E47A-08B4-77B5-09A516679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8E614-3032-B8A9-4A16-E6A961B5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B87DB-7A6F-0B0B-5C77-85D563302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EDE49-DDFB-9EC0-E365-E1D2F42A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16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BCED-6AB5-6C26-E1ED-95A53EE1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FFAF5-705C-B6D0-2960-FDC5EBDB2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038E0-5301-B09C-D7D0-36C48894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7D279-7487-B553-DD8A-3BA42CF0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36554-7E1B-54F3-B18F-649A1720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549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8AD97-7BD7-21AF-AFC3-D7739F746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73260-7330-A84A-3604-FD303047A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8ECD9-CD2F-07B9-5433-BD6D15A0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EA5AC-0A25-9C21-E336-C0FE5865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4E7C3-057A-5E70-14D1-A28E52E6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90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0BCFB-9D55-7E9E-AE56-71EB7A5B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23E8B-B3D4-CAB2-C658-7417730E5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7619B-6384-8151-4505-EED01BF7E9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F552B-125E-4790-950F-4617B977950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F2D07-EA3B-E6AA-DC52-484B54B6F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10339-C5E6-86D5-5D1A-61DFA6EF3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EF558-D9AF-42A6-836D-816BA340B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3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D9C4-E723-EC80-29A7-E4E3AFDFB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How to complete class activity?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84809-F3AE-82AE-D126-47D9B7836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Guide to the successful completion of the given class activity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664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F52DCD-35A1-725E-027B-810432F11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486" y="2654907"/>
            <a:ext cx="3953427" cy="1343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E28FCF-0B16-9C63-8758-8DC2CE906A67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1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4662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 Here are the results for the Exercise 1~8: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17D745-7C4D-C85E-3989-2617D6D40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16" y="2605992"/>
            <a:ext cx="5881646" cy="3073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2035CE-3138-8573-CE01-21A73C5A0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624" y="2547094"/>
            <a:ext cx="5153744" cy="3191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2C59AB3-386C-E680-9994-F40221714F5A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2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1197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22783-8037-45E0-88B5-87218E1F8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720"/>
          <a:stretch/>
        </p:blipFill>
        <p:spPr>
          <a:xfrm>
            <a:off x="6918960" y="2533525"/>
            <a:ext cx="4053839" cy="179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757588-8F47-F266-69DB-DF325FB05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70" y="2533525"/>
            <a:ext cx="5499927" cy="33864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2E7864-347D-AB14-D7AB-4B0F73827221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3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1132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51B86-CC89-3784-3D58-02DBEC324696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4</a:t>
            </a:r>
            <a:endParaRPr lang="ko-KR" alt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428C73-62DA-6530-C5E6-B1E50630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67"/>
          <a:stretch/>
        </p:blipFill>
        <p:spPr>
          <a:xfrm>
            <a:off x="7182631" y="2337054"/>
            <a:ext cx="4026370" cy="3986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D6F971-F95C-5A98-CC25-3E1560909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12" y="2710970"/>
            <a:ext cx="6592220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24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C5362-E96D-D2B6-8F03-1283D73EF3E1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5</a:t>
            </a:r>
            <a:endParaRPr lang="ko-KR" alt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A4973A-5135-3CBE-F224-F0AC83DE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47" y="2239183"/>
            <a:ext cx="4529557" cy="43788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6B30F8-9B54-E035-ED11-57D3B75B4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79777"/>
            <a:ext cx="4163567" cy="429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4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40143-83AB-23E5-A792-4BF3804ADE43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6</a:t>
            </a:r>
            <a:endParaRPr lang="ko-KR" alt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70FA59-F845-F784-3110-667D305F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91" y="2639520"/>
            <a:ext cx="6205873" cy="29180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0104FE-CB64-8617-E943-1A7BE1BB0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073" y="2283897"/>
            <a:ext cx="2680072" cy="396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3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DB005-5E91-4FFA-89CC-64A5299F83AD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7</a:t>
            </a:r>
            <a:endParaRPr lang="ko-KR" alt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0C68C7-F68D-7C1A-846C-3D5C97A3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4" y="2348845"/>
            <a:ext cx="5685906" cy="4380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577185-278E-AF63-FC7E-06CC367F8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639" y="2283897"/>
            <a:ext cx="540142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64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8276-96BB-7C6F-EDE0-56B56AC4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First of all, you should watch the video, read the theory, and study the attached source code. Then do the required task.</a:t>
            </a:r>
            <a:endParaRPr lang="ko-KR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265D9-FD1B-5B5D-0E11-83866FB2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9408" cy="4351338"/>
          </a:xfrm>
        </p:spPr>
        <p:txBody>
          <a:bodyPr/>
          <a:lstStyle/>
          <a:p>
            <a:r>
              <a:rPr lang="en-US" altLang="ko-KR" dirty="0"/>
              <a:t>Editor window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4FB7EE-FE54-8295-F469-8D54589CA7B5}"/>
              </a:ext>
            </a:extLst>
          </p:cNvPr>
          <p:cNvSpPr txBox="1">
            <a:spLocks/>
          </p:cNvSpPr>
          <p:nvPr/>
        </p:nvSpPr>
        <p:spPr>
          <a:xfrm>
            <a:off x="6184392" y="1825625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E36B82-3173-B41F-1E96-D1C2FB3E91E2}"/>
              </a:ext>
            </a:extLst>
          </p:cNvPr>
          <p:cNvSpPr txBox="1">
            <a:spLocks/>
          </p:cNvSpPr>
          <p:nvPr/>
        </p:nvSpPr>
        <p:spPr>
          <a:xfrm>
            <a:off x="6361176" y="1822450"/>
            <a:ext cx="5169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Browser window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AE7CA3-82BF-6DC2-B982-1A2A4ED9409C}"/>
              </a:ext>
            </a:extLst>
          </p:cNvPr>
          <p:cNvSpPr txBox="1"/>
          <p:nvPr/>
        </p:nvSpPr>
        <p:spPr>
          <a:xfrm>
            <a:off x="4263390" y="176067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Exercise 8</a:t>
            </a:r>
            <a:endParaRPr lang="ko-KR" alt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B645FD-BD9B-434C-8A3E-38246CB88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5" y="2212456"/>
            <a:ext cx="4318205" cy="44992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FC65B1-515C-08DE-09E1-E92E98C36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224" y="2165025"/>
            <a:ext cx="5928360" cy="469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36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4B6E-E9C8-3DA1-ECC4-9B7EBC28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submission page</a:t>
            </a:r>
            <a:endParaRPr lang="ko-KR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062884-3E9B-7F59-52D0-1719BE9AA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636" y="1962785"/>
            <a:ext cx="5968824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536392-8A5B-4D06-7931-DC6AFDB8D6D6}"/>
              </a:ext>
            </a:extLst>
          </p:cNvPr>
          <p:cNvSpPr txBox="1"/>
          <p:nvPr/>
        </p:nvSpPr>
        <p:spPr>
          <a:xfrm>
            <a:off x="1017270" y="1316454"/>
            <a:ext cx="7770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https://github.com/muxiddin19/WebPro/tree/main/week2/week2_1</a:t>
            </a:r>
          </a:p>
        </p:txBody>
      </p:sp>
    </p:spTree>
    <p:extLst>
      <p:ext uri="{BB962C8B-B14F-4D97-AF65-F5344CB8AC3E}">
        <p14:creationId xmlns:p14="http://schemas.microsoft.com/office/powerpoint/2010/main" val="183633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309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Theme</vt:lpstr>
      <vt:lpstr>How to complete class activity?</vt:lpstr>
      <vt:lpstr>First of all, you should watch the video, read the theory, and study the attached source code. Then do the required task.</vt:lpstr>
      <vt:lpstr>First of all, you should watch the video, read the theory, and study the attached source code. Then do the required task. Here are the results for the Exercise 1~8:</vt:lpstr>
      <vt:lpstr>First of all, you should watch the video, read the theory, and study the attached source code. Then do the required task.</vt:lpstr>
      <vt:lpstr>First of all, you should watch the video, read the theory, and study the attached source code. Then do the required task.</vt:lpstr>
      <vt:lpstr>First of all, you should watch the video, read the theory, and study the attached source code. Then do the required task.</vt:lpstr>
      <vt:lpstr>First of all, you should watch the video, read the theory, and study the attached source code. Then do the required task.</vt:lpstr>
      <vt:lpstr>First of all, you should watch the video, read the theory, and study the attached source code. Then do the required task.</vt:lpstr>
      <vt:lpstr>First of all, you should watch the video, read the theory, and study the attached source code. Then do the required task.</vt:lpstr>
      <vt:lpstr>Final submission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Mukhiddin Toshpulatov</dc:creator>
  <cp:lastModifiedBy>Mukhiddin Toshpulatov</cp:lastModifiedBy>
  <cp:revision>14</cp:revision>
  <dcterms:created xsi:type="dcterms:W3CDTF">2026-09-07T22:44:53Z</dcterms:created>
  <dcterms:modified xsi:type="dcterms:W3CDTF">2026-09-07T23:19:47Z</dcterms:modified>
</cp:coreProperties>
</file>